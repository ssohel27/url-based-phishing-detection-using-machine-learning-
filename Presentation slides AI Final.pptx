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Archivo Light"/>
      <p:regular r:id="rId16"/>
      <p:bold r:id="rId17"/>
      <p:italic r:id="rId18"/>
      <p:boldItalic r:id="rId19"/>
    </p:embeddedFont>
    <p:embeddedFont>
      <p:font typeface="Hanken Grotesk"/>
      <p:regular r:id="rId20"/>
      <p:bold r:id="rId21"/>
      <p:italic r:id="rId22"/>
      <p:boldItalic r:id="rId23"/>
    </p:embeddedFont>
    <p:embeddedFont>
      <p:font typeface="Inter"/>
      <p:regular r:id="rId24"/>
      <p:bold r:id="rId25"/>
      <p:italic r:id="rId26"/>
      <p:boldItalic r:id="rId27"/>
    </p:embeddedFont>
    <p:embeddedFont>
      <p:font typeface="Hanken Grotesk ExtraBold"/>
      <p:bold r:id="rId28"/>
      <p:boldItalic r:id="rId29"/>
    </p:embeddedFont>
    <p:embeddedFont>
      <p:font typeface="Manrope"/>
      <p:regular r:id="rId30"/>
      <p:bold r:id="rId31"/>
    </p:embeddedFont>
    <p:embeddedFont>
      <p:font typeface="Poppins Light"/>
      <p:regular r:id="rId32"/>
      <p:bold r:id="rId33"/>
      <p:italic r:id="rId34"/>
      <p:boldItalic r:id="rId35"/>
    </p:embeddedFont>
    <p:embeddedFont>
      <p:font typeface="Work Sans Medium"/>
      <p:regular r:id="rId36"/>
      <p:bold r:id="rId37"/>
      <p:italic r:id="rId38"/>
      <p:boldItalic r:id="rId39"/>
    </p:embeddedFont>
    <p:embeddedFont>
      <p:font typeface="Work Sans"/>
      <p:regular r:id="rId40"/>
      <p:bold r:id="rId41"/>
      <p:italic r:id="rId42"/>
      <p:boldItalic r:id="rId43"/>
    </p:embeddedFont>
    <p:embeddedFont>
      <p:font typeface="DM Sans Light"/>
      <p:regular r:id="rId44"/>
      <p:bold r:id="rId45"/>
      <p:italic r:id="rId46"/>
      <p:boldItalic r:id="rId47"/>
    </p:embeddedFont>
    <p:embeddedFont>
      <p:font typeface="Rubik"/>
      <p:regular r:id="rId48"/>
      <p:bold r:id="rId49"/>
      <p:italic r:id="rId50"/>
      <p:boldItalic r:id="rId51"/>
    </p:embeddedFont>
    <p:embeddedFont>
      <p:font typeface="Archivo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56" roundtripDataSignature="AMtx7miSzyTcKGJI/nGvdfv42E/azaqc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7BF8056-AC5C-46DA-A78D-D4B3B3A3A795}">
  <a:tblStyle styleId="{57BF8056-AC5C-46DA-A78D-D4B3B3A3A79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WorkSans-regular.fntdata"/><Relationship Id="rId42" Type="http://schemas.openxmlformats.org/officeDocument/2006/relationships/font" Target="fonts/WorkSans-italic.fntdata"/><Relationship Id="rId41" Type="http://schemas.openxmlformats.org/officeDocument/2006/relationships/font" Target="fonts/WorkSans-bold.fntdata"/><Relationship Id="rId44" Type="http://schemas.openxmlformats.org/officeDocument/2006/relationships/font" Target="fonts/DMSansLight-regular.fntdata"/><Relationship Id="rId43" Type="http://schemas.openxmlformats.org/officeDocument/2006/relationships/font" Target="fonts/WorkSans-boldItalic.fntdata"/><Relationship Id="rId46" Type="http://schemas.openxmlformats.org/officeDocument/2006/relationships/font" Target="fonts/DMSansLight-italic.fntdata"/><Relationship Id="rId45" Type="http://schemas.openxmlformats.org/officeDocument/2006/relationships/font" Target="fonts/DMSansLigh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Rubik-regular.fntdata"/><Relationship Id="rId47" Type="http://schemas.openxmlformats.org/officeDocument/2006/relationships/font" Target="fonts/DMSansLight-boldItalic.fntdata"/><Relationship Id="rId49" Type="http://schemas.openxmlformats.org/officeDocument/2006/relationships/font" Target="fonts/Rubik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anrope-bold.fntdata"/><Relationship Id="rId30" Type="http://schemas.openxmlformats.org/officeDocument/2006/relationships/font" Target="fonts/Manrope-regular.fntdata"/><Relationship Id="rId33" Type="http://schemas.openxmlformats.org/officeDocument/2006/relationships/font" Target="fonts/PoppinsLight-bold.fntdata"/><Relationship Id="rId32" Type="http://schemas.openxmlformats.org/officeDocument/2006/relationships/font" Target="fonts/PoppinsLight-regular.fntdata"/><Relationship Id="rId35" Type="http://schemas.openxmlformats.org/officeDocument/2006/relationships/font" Target="fonts/PoppinsLight-boldItalic.fntdata"/><Relationship Id="rId34" Type="http://schemas.openxmlformats.org/officeDocument/2006/relationships/font" Target="fonts/PoppinsLight-italic.fntdata"/><Relationship Id="rId37" Type="http://schemas.openxmlformats.org/officeDocument/2006/relationships/font" Target="fonts/WorkSansMedium-bold.fntdata"/><Relationship Id="rId36" Type="http://schemas.openxmlformats.org/officeDocument/2006/relationships/font" Target="fonts/WorkSansMedium-regular.fntdata"/><Relationship Id="rId39" Type="http://schemas.openxmlformats.org/officeDocument/2006/relationships/font" Target="fonts/WorkSansMedium-boldItalic.fntdata"/><Relationship Id="rId38" Type="http://schemas.openxmlformats.org/officeDocument/2006/relationships/font" Target="fonts/WorkSansMedium-italic.fntdata"/><Relationship Id="rId20" Type="http://schemas.openxmlformats.org/officeDocument/2006/relationships/font" Target="fonts/HankenGrotesk-regular.fntdata"/><Relationship Id="rId22" Type="http://schemas.openxmlformats.org/officeDocument/2006/relationships/font" Target="fonts/HankenGrotesk-italic.fntdata"/><Relationship Id="rId21" Type="http://schemas.openxmlformats.org/officeDocument/2006/relationships/font" Target="fonts/HankenGrotesk-bold.fntdata"/><Relationship Id="rId24" Type="http://schemas.openxmlformats.org/officeDocument/2006/relationships/font" Target="fonts/Inter-regular.fntdata"/><Relationship Id="rId23" Type="http://schemas.openxmlformats.org/officeDocument/2006/relationships/font" Target="fonts/HankenGrotesk-boldItalic.fntdata"/><Relationship Id="rId26" Type="http://schemas.openxmlformats.org/officeDocument/2006/relationships/font" Target="fonts/Inter-italic.fntdata"/><Relationship Id="rId25" Type="http://schemas.openxmlformats.org/officeDocument/2006/relationships/font" Target="fonts/Inter-bold.fntdata"/><Relationship Id="rId28" Type="http://schemas.openxmlformats.org/officeDocument/2006/relationships/font" Target="fonts/HankenGroteskExtraBold-bold.fntdata"/><Relationship Id="rId27" Type="http://schemas.openxmlformats.org/officeDocument/2006/relationships/font" Target="fonts/Inter-boldItalic.fntdata"/><Relationship Id="rId29" Type="http://schemas.openxmlformats.org/officeDocument/2006/relationships/font" Target="fonts/HankenGroteskExtraBold-boldItalic.fntdata"/><Relationship Id="rId51" Type="http://schemas.openxmlformats.org/officeDocument/2006/relationships/font" Target="fonts/Rubik-boldItalic.fntdata"/><Relationship Id="rId50" Type="http://schemas.openxmlformats.org/officeDocument/2006/relationships/font" Target="fonts/Rubik-italic.fntdata"/><Relationship Id="rId53" Type="http://schemas.openxmlformats.org/officeDocument/2006/relationships/font" Target="fonts/Archivo-bold.fntdata"/><Relationship Id="rId52" Type="http://schemas.openxmlformats.org/officeDocument/2006/relationships/font" Target="fonts/Archivo-regular.fntdata"/><Relationship Id="rId11" Type="http://schemas.openxmlformats.org/officeDocument/2006/relationships/slide" Target="slides/slide5.xml"/><Relationship Id="rId55" Type="http://schemas.openxmlformats.org/officeDocument/2006/relationships/font" Target="fonts/Archivo-boldItalic.fntdata"/><Relationship Id="rId10" Type="http://schemas.openxmlformats.org/officeDocument/2006/relationships/slide" Target="slides/slide4.xml"/><Relationship Id="rId54" Type="http://schemas.openxmlformats.org/officeDocument/2006/relationships/font" Target="fonts/Archiv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customschemas.google.com/relationships/presentationmetadata" Target="meta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ArchivoLight-bold.fntdata"/><Relationship Id="rId16" Type="http://schemas.openxmlformats.org/officeDocument/2006/relationships/font" Target="fonts/ArchivoLight-regular.fntdata"/><Relationship Id="rId19" Type="http://schemas.openxmlformats.org/officeDocument/2006/relationships/font" Target="fonts/ArchivoLight-boldItalic.fntdata"/><Relationship Id="rId18" Type="http://schemas.openxmlformats.org/officeDocument/2006/relationships/font" Target="fonts/ArchivoLigh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7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0" name="Google Shape;580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6" name="Google Shape;5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5" name="Google Shape;5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dd516054f6_0_1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g3dd516054f6_0_1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3da5c08b90e_0_1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6" name="Google Shape;646;g3da5c08b90e_0_1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0" name="Google Shape;6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7" name="Google Shape;6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pact Statement Layout v2">
  <p:cSld name="CUSTOM_42"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/>
          <p:nvPr/>
        </p:nvSpPr>
        <p:spPr>
          <a:xfrm>
            <a:off x="0" y="2573775"/>
            <a:ext cx="967200" cy="257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2"/>
          <p:cNvSpPr/>
          <p:nvPr/>
        </p:nvSpPr>
        <p:spPr>
          <a:xfrm>
            <a:off x="0" y="0"/>
            <a:ext cx="967200" cy="2573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2"/>
          <p:cNvSpPr txBox="1"/>
          <p:nvPr>
            <p:ph type="ctrTitle"/>
          </p:nvPr>
        </p:nvSpPr>
        <p:spPr>
          <a:xfrm>
            <a:off x="1069475" y="648100"/>
            <a:ext cx="2640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" type="body"/>
          </p:nvPr>
        </p:nvSpPr>
        <p:spPr>
          <a:xfrm>
            <a:off x="1069475" y="1757350"/>
            <a:ext cx="2640000" cy="25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2" type="subTitle"/>
          </p:nvPr>
        </p:nvSpPr>
        <p:spPr>
          <a:xfrm>
            <a:off x="1069475" y="1240225"/>
            <a:ext cx="2640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b="1" sz="14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Paragraph v2 - Image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10"/>
          <p:cNvSpPr/>
          <p:nvPr>
            <p:ph idx="2" type="pic"/>
          </p:nvPr>
        </p:nvSpPr>
        <p:spPr>
          <a:xfrm>
            <a:off x="7200" y="-7200"/>
            <a:ext cx="3085500" cy="5151600"/>
          </a:xfrm>
          <a:prstGeom prst="rect">
            <a:avLst/>
          </a:prstGeom>
          <a:noFill/>
          <a:ln>
            <a:noFill/>
          </a:ln>
        </p:spPr>
      </p:sp>
      <p:sp>
        <p:nvSpPr>
          <p:cNvPr id="18" name="Google Shape;18;p10"/>
          <p:cNvSpPr/>
          <p:nvPr/>
        </p:nvSpPr>
        <p:spPr>
          <a:xfrm>
            <a:off x="3092700" y="1416900"/>
            <a:ext cx="6051300" cy="3726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0"/>
          <p:cNvSpPr txBox="1"/>
          <p:nvPr>
            <p:ph idx="1" type="body"/>
          </p:nvPr>
        </p:nvSpPr>
        <p:spPr>
          <a:xfrm>
            <a:off x="3498600" y="1791600"/>
            <a:ext cx="5239500" cy="29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10"/>
          <p:cNvSpPr txBox="1"/>
          <p:nvPr>
            <p:ph type="ctrTitle"/>
          </p:nvPr>
        </p:nvSpPr>
        <p:spPr>
          <a:xfrm>
            <a:off x="3498600" y="333875"/>
            <a:ext cx="52614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1 Image">
  <p:cSld name="CUSTOM_23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/>
          <p:nvPr/>
        </p:nvSpPr>
        <p:spPr>
          <a:xfrm>
            <a:off x="781425" y="-25"/>
            <a:ext cx="8373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3" name="Google Shape;23;p11"/>
          <p:cNvSpPr txBox="1"/>
          <p:nvPr>
            <p:ph idx="1" type="subTitle"/>
          </p:nvPr>
        </p:nvSpPr>
        <p:spPr>
          <a:xfrm>
            <a:off x="1703215" y="2376175"/>
            <a:ext cx="30501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b="1" sz="14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" name="Google Shape;24;p11"/>
          <p:cNvSpPr txBox="1"/>
          <p:nvPr>
            <p:ph idx="2" type="body"/>
          </p:nvPr>
        </p:nvSpPr>
        <p:spPr>
          <a:xfrm>
            <a:off x="1703215" y="3038575"/>
            <a:ext cx="3050100" cy="18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" name="Google Shape;25;p11"/>
          <p:cNvSpPr txBox="1"/>
          <p:nvPr>
            <p:ph idx="3" type="subTitle"/>
          </p:nvPr>
        </p:nvSpPr>
        <p:spPr>
          <a:xfrm>
            <a:off x="5150383" y="2376175"/>
            <a:ext cx="30501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b="1" sz="14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4" type="body"/>
          </p:nvPr>
        </p:nvSpPr>
        <p:spPr>
          <a:xfrm>
            <a:off x="5150383" y="3038575"/>
            <a:ext cx="3050100" cy="18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11"/>
          <p:cNvSpPr/>
          <p:nvPr>
            <p:ph idx="5" type="pic"/>
          </p:nvPr>
        </p:nvSpPr>
        <p:spPr>
          <a:xfrm>
            <a:off x="1703229" y="931800"/>
            <a:ext cx="3050100" cy="12759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11"/>
          <p:cNvSpPr/>
          <p:nvPr>
            <p:ph idx="6" type="pic"/>
          </p:nvPr>
        </p:nvSpPr>
        <p:spPr>
          <a:xfrm>
            <a:off x="5150372" y="931800"/>
            <a:ext cx="3050100" cy="12759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11"/>
          <p:cNvSpPr txBox="1"/>
          <p:nvPr>
            <p:ph type="ctrTitle"/>
          </p:nvPr>
        </p:nvSpPr>
        <p:spPr>
          <a:xfrm>
            <a:off x="1680850" y="216125"/>
            <a:ext cx="6519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11"/>
          <p:cNvSpPr/>
          <p:nvPr/>
        </p:nvSpPr>
        <p:spPr>
          <a:xfrm>
            <a:off x="539075" y="-8250"/>
            <a:ext cx="242400" cy="5151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Paragraph v1" type="title">
  <p:cSld name="TITLE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 txBox="1"/>
          <p:nvPr>
            <p:ph type="ctrTitle"/>
          </p:nvPr>
        </p:nvSpPr>
        <p:spPr>
          <a:xfrm>
            <a:off x="1900800" y="694550"/>
            <a:ext cx="6717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" name="Google Shape;34;p25"/>
          <p:cNvSpPr/>
          <p:nvPr/>
        </p:nvSpPr>
        <p:spPr>
          <a:xfrm>
            <a:off x="0" y="3431700"/>
            <a:ext cx="1289400" cy="1711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5"/>
          <p:cNvSpPr/>
          <p:nvPr/>
        </p:nvSpPr>
        <p:spPr>
          <a:xfrm>
            <a:off x="0" y="0"/>
            <a:ext cx="1289400" cy="3431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" name="Google Shape;36;p25"/>
          <p:cNvCxnSpPr/>
          <p:nvPr/>
        </p:nvCxnSpPr>
        <p:spPr>
          <a:xfrm>
            <a:off x="1991470" y="489236"/>
            <a:ext cx="9618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25"/>
          <p:cNvSpPr txBox="1"/>
          <p:nvPr>
            <p:ph idx="1" type="body"/>
          </p:nvPr>
        </p:nvSpPr>
        <p:spPr>
          <a:xfrm>
            <a:off x="1900800" y="1361925"/>
            <a:ext cx="6717600" cy="33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paragraphs" type="tx">
  <p:cSld name="TITLE_AND_BODY">
    <p:bg>
      <p:bgPr>
        <a:solidFill>
          <a:schemeClr val="dk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6"/>
          <p:cNvSpPr/>
          <p:nvPr/>
        </p:nvSpPr>
        <p:spPr>
          <a:xfrm>
            <a:off x="0" y="-19850"/>
            <a:ext cx="9144000" cy="1597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0" name="Google Shape;40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26"/>
          <p:cNvSpPr txBox="1"/>
          <p:nvPr>
            <p:ph idx="1" type="body"/>
          </p:nvPr>
        </p:nvSpPr>
        <p:spPr>
          <a:xfrm>
            <a:off x="506475" y="1954600"/>
            <a:ext cx="2331600" cy="28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2" name="Google Shape;42;p26"/>
          <p:cNvSpPr txBox="1"/>
          <p:nvPr>
            <p:ph idx="2" type="body"/>
          </p:nvPr>
        </p:nvSpPr>
        <p:spPr>
          <a:xfrm>
            <a:off x="3413526" y="1954600"/>
            <a:ext cx="2331600" cy="28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26"/>
          <p:cNvSpPr txBox="1"/>
          <p:nvPr>
            <p:ph idx="3" type="body"/>
          </p:nvPr>
        </p:nvSpPr>
        <p:spPr>
          <a:xfrm>
            <a:off x="6320577" y="1954600"/>
            <a:ext cx="2331600" cy="28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●"/>
              <a:defRPr>
                <a:solidFill>
                  <a:schemeClr val="l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○"/>
              <a:defRPr>
                <a:solidFill>
                  <a:schemeClr val="l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4" name="Google Shape;44;p26"/>
          <p:cNvSpPr txBox="1"/>
          <p:nvPr>
            <p:ph type="ctrTitle"/>
          </p:nvPr>
        </p:nvSpPr>
        <p:spPr>
          <a:xfrm>
            <a:off x="506475" y="547550"/>
            <a:ext cx="8145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1" type="twoColTx">
  <p:cSld name="TITLE_AND_TWO_COLUMN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27"/>
          <p:cNvSpPr/>
          <p:nvPr/>
        </p:nvSpPr>
        <p:spPr>
          <a:xfrm>
            <a:off x="1830025" y="2402525"/>
            <a:ext cx="7314000" cy="274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27"/>
          <p:cNvSpPr/>
          <p:nvPr/>
        </p:nvSpPr>
        <p:spPr>
          <a:xfrm>
            <a:off x="1830025" y="0"/>
            <a:ext cx="7314000" cy="2526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7"/>
          <p:cNvSpPr/>
          <p:nvPr/>
        </p:nvSpPr>
        <p:spPr>
          <a:xfrm>
            <a:off x="1990265" y="157350"/>
            <a:ext cx="156900" cy="221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7"/>
          <p:cNvSpPr txBox="1"/>
          <p:nvPr>
            <p:ph idx="1" type="subTitle"/>
          </p:nvPr>
        </p:nvSpPr>
        <p:spPr>
          <a:xfrm>
            <a:off x="2462350" y="198000"/>
            <a:ext cx="63483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b="1" sz="14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1" name="Google Shape;51;p27"/>
          <p:cNvSpPr txBox="1"/>
          <p:nvPr>
            <p:ph idx="2" type="body"/>
          </p:nvPr>
        </p:nvSpPr>
        <p:spPr>
          <a:xfrm>
            <a:off x="2462350" y="798350"/>
            <a:ext cx="6348300" cy="15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27"/>
          <p:cNvSpPr txBox="1"/>
          <p:nvPr>
            <p:ph idx="3" type="subTitle"/>
          </p:nvPr>
        </p:nvSpPr>
        <p:spPr>
          <a:xfrm>
            <a:off x="2462350" y="2714400"/>
            <a:ext cx="6348300" cy="53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b="1" sz="14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3" name="Google Shape;53;p27"/>
          <p:cNvSpPr txBox="1"/>
          <p:nvPr>
            <p:ph idx="4" type="body"/>
          </p:nvPr>
        </p:nvSpPr>
        <p:spPr>
          <a:xfrm>
            <a:off x="2462350" y="3343500"/>
            <a:ext cx="6348300" cy="15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27"/>
          <p:cNvSpPr txBox="1"/>
          <p:nvPr>
            <p:ph type="ctrTitle"/>
          </p:nvPr>
        </p:nvSpPr>
        <p:spPr>
          <a:xfrm rot="-5400000">
            <a:off x="-1331875" y="2298150"/>
            <a:ext cx="44928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5" name="Google Shape;55;p27"/>
          <p:cNvSpPr/>
          <p:nvPr/>
        </p:nvSpPr>
        <p:spPr>
          <a:xfrm>
            <a:off x="1990265" y="2739975"/>
            <a:ext cx="156900" cy="221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2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" name="Google Shape;58;p28"/>
          <p:cNvSpPr txBox="1"/>
          <p:nvPr>
            <p:ph type="ctrTitle"/>
          </p:nvPr>
        </p:nvSpPr>
        <p:spPr>
          <a:xfrm>
            <a:off x="396025" y="285400"/>
            <a:ext cx="28008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9" name="Google Shape;59;p28"/>
          <p:cNvSpPr txBox="1"/>
          <p:nvPr>
            <p:ph idx="1" type="subTitle"/>
          </p:nvPr>
        </p:nvSpPr>
        <p:spPr>
          <a:xfrm>
            <a:off x="3310050" y="285400"/>
            <a:ext cx="25728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0" name="Google Shape;60;p28"/>
          <p:cNvSpPr txBox="1"/>
          <p:nvPr>
            <p:ph idx="2" type="body"/>
          </p:nvPr>
        </p:nvSpPr>
        <p:spPr>
          <a:xfrm>
            <a:off x="3310050" y="955000"/>
            <a:ext cx="2572800" cy="3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1" name="Google Shape;61;p28"/>
          <p:cNvSpPr txBox="1"/>
          <p:nvPr>
            <p:ph idx="3" type="subTitle"/>
          </p:nvPr>
        </p:nvSpPr>
        <p:spPr>
          <a:xfrm>
            <a:off x="6217780" y="285400"/>
            <a:ext cx="25728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2" name="Google Shape;62;p28"/>
          <p:cNvSpPr txBox="1"/>
          <p:nvPr>
            <p:ph idx="4" type="body"/>
          </p:nvPr>
        </p:nvSpPr>
        <p:spPr>
          <a:xfrm>
            <a:off x="6217777" y="955000"/>
            <a:ext cx="2572800" cy="3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63" name="Google Shape;63;p28"/>
          <p:cNvCxnSpPr/>
          <p:nvPr/>
        </p:nvCxnSpPr>
        <p:spPr>
          <a:xfrm>
            <a:off x="6045219" y="285400"/>
            <a:ext cx="0" cy="45633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28"/>
          <p:cNvCxnSpPr/>
          <p:nvPr/>
        </p:nvCxnSpPr>
        <p:spPr>
          <a:xfrm>
            <a:off x="506845" y="4725061"/>
            <a:ext cx="961800" cy="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2 columns v3">
  <p:cSld name="ONE_COLUM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29"/>
          <p:cNvSpPr/>
          <p:nvPr/>
        </p:nvSpPr>
        <p:spPr>
          <a:xfrm>
            <a:off x="0" y="298950"/>
            <a:ext cx="9144000" cy="452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9"/>
          <p:cNvSpPr txBox="1"/>
          <p:nvPr>
            <p:ph idx="1" type="subTitle"/>
          </p:nvPr>
        </p:nvSpPr>
        <p:spPr>
          <a:xfrm>
            <a:off x="3341100" y="471750"/>
            <a:ext cx="25728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b="1" sz="14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69" name="Google Shape;69;p29"/>
          <p:cNvSpPr txBox="1"/>
          <p:nvPr>
            <p:ph idx="2" type="body"/>
          </p:nvPr>
        </p:nvSpPr>
        <p:spPr>
          <a:xfrm>
            <a:off x="3341100" y="1100257"/>
            <a:ext cx="2572800" cy="3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" name="Google Shape;70;p29"/>
          <p:cNvSpPr txBox="1"/>
          <p:nvPr>
            <p:ph idx="3" type="subTitle"/>
          </p:nvPr>
        </p:nvSpPr>
        <p:spPr>
          <a:xfrm>
            <a:off x="6248827" y="471750"/>
            <a:ext cx="25728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b="1" sz="14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71" name="Google Shape;71;p29"/>
          <p:cNvSpPr txBox="1"/>
          <p:nvPr>
            <p:ph idx="4" type="body"/>
          </p:nvPr>
        </p:nvSpPr>
        <p:spPr>
          <a:xfrm>
            <a:off x="6248825" y="1100257"/>
            <a:ext cx="2572800" cy="3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" name="Google Shape;72;p29"/>
          <p:cNvSpPr txBox="1"/>
          <p:nvPr>
            <p:ph type="ctrTitle"/>
          </p:nvPr>
        </p:nvSpPr>
        <p:spPr>
          <a:xfrm>
            <a:off x="401200" y="471750"/>
            <a:ext cx="28008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73" name="Google Shape;73;p29"/>
          <p:cNvCxnSpPr/>
          <p:nvPr/>
        </p:nvCxnSpPr>
        <p:spPr>
          <a:xfrm>
            <a:off x="506845" y="3985486"/>
            <a:ext cx="9618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1 No Image">
  <p:cSld name="MAIN_POIN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6" name="Google Shape;76;p30"/>
          <p:cNvSpPr/>
          <p:nvPr/>
        </p:nvSpPr>
        <p:spPr>
          <a:xfrm>
            <a:off x="7854600" y="3431700"/>
            <a:ext cx="1289400" cy="1711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0"/>
          <p:cNvSpPr/>
          <p:nvPr/>
        </p:nvSpPr>
        <p:spPr>
          <a:xfrm>
            <a:off x="7854600" y="0"/>
            <a:ext cx="1289400" cy="3431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30"/>
          <p:cNvSpPr txBox="1"/>
          <p:nvPr>
            <p:ph type="ctrTitle"/>
          </p:nvPr>
        </p:nvSpPr>
        <p:spPr>
          <a:xfrm>
            <a:off x="388800" y="369400"/>
            <a:ext cx="70524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" type="body"/>
          </p:nvPr>
        </p:nvSpPr>
        <p:spPr>
          <a:xfrm>
            <a:off x="388800" y="1114600"/>
            <a:ext cx="7052400" cy="3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1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31"/>
          <p:cNvSpPr/>
          <p:nvPr/>
        </p:nvSpPr>
        <p:spPr>
          <a:xfrm>
            <a:off x="3149650" y="601225"/>
            <a:ext cx="5994300" cy="4542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1"/>
          <p:cNvSpPr/>
          <p:nvPr/>
        </p:nvSpPr>
        <p:spPr>
          <a:xfrm>
            <a:off x="3149650" y="601225"/>
            <a:ext cx="5994300" cy="93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1"/>
          <p:cNvSpPr txBox="1"/>
          <p:nvPr>
            <p:ph type="ctrTitle"/>
          </p:nvPr>
        </p:nvSpPr>
        <p:spPr>
          <a:xfrm>
            <a:off x="3968750" y="982800"/>
            <a:ext cx="48405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31"/>
          <p:cNvSpPr txBox="1"/>
          <p:nvPr>
            <p:ph idx="1" type="body"/>
          </p:nvPr>
        </p:nvSpPr>
        <p:spPr>
          <a:xfrm>
            <a:off x="3968750" y="1717200"/>
            <a:ext cx="4840500" cy="31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6" name="Google Shape;86;p31"/>
          <p:cNvSpPr/>
          <p:nvPr>
            <p:ph idx="2" type="pic"/>
          </p:nvPr>
        </p:nvSpPr>
        <p:spPr>
          <a:xfrm>
            <a:off x="0" y="601225"/>
            <a:ext cx="3681000" cy="45423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Bullet Points v2">
  <p:cSld name="CAPTION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32"/>
          <p:cNvSpPr/>
          <p:nvPr/>
        </p:nvSpPr>
        <p:spPr>
          <a:xfrm>
            <a:off x="0" y="0"/>
            <a:ext cx="5958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2"/>
          <p:cNvSpPr txBox="1"/>
          <p:nvPr>
            <p:ph type="ctrTitle"/>
          </p:nvPr>
        </p:nvSpPr>
        <p:spPr>
          <a:xfrm>
            <a:off x="316800" y="363600"/>
            <a:ext cx="4803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32"/>
          <p:cNvSpPr txBox="1"/>
          <p:nvPr>
            <p:ph idx="1" type="body"/>
          </p:nvPr>
        </p:nvSpPr>
        <p:spPr>
          <a:xfrm>
            <a:off x="316800" y="1141200"/>
            <a:ext cx="4803000" cy="3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92" name="Google Shape;92;p32"/>
          <p:cNvSpPr/>
          <p:nvPr>
            <p:ph idx="2" type="pic"/>
          </p:nvPr>
        </p:nvSpPr>
        <p:spPr>
          <a:xfrm>
            <a:off x="5417350" y="0"/>
            <a:ext cx="3726600" cy="5144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2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33"/>
          <p:cNvSpPr/>
          <p:nvPr/>
        </p:nvSpPr>
        <p:spPr>
          <a:xfrm>
            <a:off x="0" y="299250"/>
            <a:ext cx="1618800" cy="4545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3"/>
          <p:cNvSpPr txBox="1"/>
          <p:nvPr>
            <p:ph type="ctrTitle"/>
          </p:nvPr>
        </p:nvSpPr>
        <p:spPr>
          <a:xfrm rot="-5400000">
            <a:off x="-1257725" y="2269775"/>
            <a:ext cx="4059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7" name="Google Shape;97;p33"/>
          <p:cNvSpPr txBox="1"/>
          <p:nvPr>
            <p:ph idx="1" type="subTitle"/>
          </p:nvPr>
        </p:nvSpPr>
        <p:spPr>
          <a:xfrm>
            <a:off x="1875025" y="374400"/>
            <a:ext cx="69327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98" name="Google Shape;98;p33"/>
          <p:cNvSpPr txBox="1"/>
          <p:nvPr>
            <p:ph idx="2" type="body"/>
          </p:nvPr>
        </p:nvSpPr>
        <p:spPr>
          <a:xfrm>
            <a:off x="1875025" y="838800"/>
            <a:ext cx="69327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9" name="Google Shape;99;p33"/>
          <p:cNvSpPr txBox="1"/>
          <p:nvPr>
            <p:ph idx="3" type="subTitle"/>
          </p:nvPr>
        </p:nvSpPr>
        <p:spPr>
          <a:xfrm>
            <a:off x="1875025" y="1868400"/>
            <a:ext cx="69327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0" name="Google Shape;100;p33"/>
          <p:cNvSpPr txBox="1"/>
          <p:nvPr>
            <p:ph idx="4" type="body"/>
          </p:nvPr>
        </p:nvSpPr>
        <p:spPr>
          <a:xfrm>
            <a:off x="1875025" y="2332800"/>
            <a:ext cx="6932700" cy="90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1" name="Google Shape;101;p33"/>
          <p:cNvSpPr txBox="1"/>
          <p:nvPr>
            <p:ph idx="5" type="subTitle"/>
          </p:nvPr>
        </p:nvSpPr>
        <p:spPr>
          <a:xfrm>
            <a:off x="1875025" y="3362400"/>
            <a:ext cx="69327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2" name="Google Shape;102;p33"/>
          <p:cNvSpPr txBox="1"/>
          <p:nvPr>
            <p:ph idx="6" type="body"/>
          </p:nvPr>
        </p:nvSpPr>
        <p:spPr>
          <a:xfrm>
            <a:off x="1875025" y="3866400"/>
            <a:ext cx="69327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3">
  <p:cSld name="CUSTOM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4"/>
          <p:cNvSpPr/>
          <p:nvPr/>
        </p:nvSpPr>
        <p:spPr>
          <a:xfrm>
            <a:off x="522175" y="1104950"/>
            <a:ext cx="2567700" cy="3843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4"/>
          <p:cNvSpPr/>
          <p:nvPr/>
        </p:nvSpPr>
        <p:spPr>
          <a:xfrm>
            <a:off x="522175" y="4948800"/>
            <a:ext cx="2567700" cy="194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4"/>
          <p:cNvSpPr txBox="1"/>
          <p:nvPr>
            <p:ph idx="1" type="subTitle"/>
          </p:nvPr>
        </p:nvSpPr>
        <p:spPr>
          <a:xfrm>
            <a:off x="734400" y="1415500"/>
            <a:ext cx="2142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b="1" sz="14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07" name="Google Shape;107;p34"/>
          <p:cNvSpPr txBox="1"/>
          <p:nvPr>
            <p:ph idx="2" type="body"/>
          </p:nvPr>
        </p:nvSpPr>
        <p:spPr>
          <a:xfrm>
            <a:off x="735025" y="2165119"/>
            <a:ext cx="2142000" cy="25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8" name="Google Shape;108;p34"/>
          <p:cNvSpPr txBox="1"/>
          <p:nvPr>
            <p:ph type="ctrTitle"/>
          </p:nvPr>
        </p:nvSpPr>
        <p:spPr>
          <a:xfrm>
            <a:off x="534600" y="252150"/>
            <a:ext cx="80748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09" name="Google Shape;109;p34"/>
          <p:cNvSpPr/>
          <p:nvPr/>
        </p:nvSpPr>
        <p:spPr>
          <a:xfrm>
            <a:off x="3288150" y="1104950"/>
            <a:ext cx="2567700" cy="3843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34"/>
          <p:cNvSpPr/>
          <p:nvPr/>
        </p:nvSpPr>
        <p:spPr>
          <a:xfrm>
            <a:off x="3288150" y="4948800"/>
            <a:ext cx="2567700" cy="194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4"/>
          <p:cNvSpPr/>
          <p:nvPr/>
        </p:nvSpPr>
        <p:spPr>
          <a:xfrm>
            <a:off x="6054125" y="1104950"/>
            <a:ext cx="2567700" cy="3843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4"/>
          <p:cNvSpPr/>
          <p:nvPr/>
        </p:nvSpPr>
        <p:spPr>
          <a:xfrm>
            <a:off x="6054125" y="4948800"/>
            <a:ext cx="2567700" cy="194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4"/>
          <p:cNvSpPr txBox="1"/>
          <p:nvPr>
            <p:ph idx="3" type="subTitle"/>
          </p:nvPr>
        </p:nvSpPr>
        <p:spPr>
          <a:xfrm>
            <a:off x="3500688" y="1415500"/>
            <a:ext cx="2142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b="1" sz="14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14" name="Google Shape;114;p34"/>
          <p:cNvSpPr txBox="1"/>
          <p:nvPr>
            <p:ph idx="4" type="body"/>
          </p:nvPr>
        </p:nvSpPr>
        <p:spPr>
          <a:xfrm>
            <a:off x="3500992" y="2165119"/>
            <a:ext cx="2142000" cy="25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34"/>
          <p:cNvSpPr txBox="1"/>
          <p:nvPr>
            <p:ph idx="5" type="subTitle"/>
          </p:nvPr>
        </p:nvSpPr>
        <p:spPr>
          <a:xfrm>
            <a:off x="6266963" y="1392650"/>
            <a:ext cx="2142000" cy="5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b="1" sz="14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16" name="Google Shape;116;p34"/>
          <p:cNvSpPr txBox="1"/>
          <p:nvPr>
            <p:ph idx="6" type="body"/>
          </p:nvPr>
        </p:nvSpPr>
        <p:spPr>
          <a:xfrm>
            <a:off x="6267272" y="2143125"/>
            <a:ext cx="2142000" cy="25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-v3 1 Image">
  <p:cSld name="BLANK_1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35"/>
          <p:cNvSpPr/>
          <p:nvPr/>
        </p:nvSpPr>
        <p:spPr>
          <a:xfrm>
            <a:off x="0" y="0"/>
            <a:ext cx="2514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5"/>
          <p:cNvSpPr txBox="1"/>
          <p:nvPr>
            <p:ph type="ctrTitle"/>
          </p:nvPr>
        </p:nvSpPr>
        <p:spPr>
          <a:xfrm>
            <a:off x="2751025" y="254625"/>
            <a:ext cx="5830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1" name="Google Shape;121;p35"/>
          <p:cNvSpPr txBox="1"/>
          <p:nvPr>
            <p:ph idx="1" type="subTitle"/>
          </p:nvPr>
        </p:nvSpPr>
        <p:spPr>
          <a:xfrm>
            <a:off x="2751025" y="986475"/>
            <a:ext cx="5830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2" name="Google Shape;122;p35"/>
          <p:cNvSpPr txBox="1"/>
          <p:nvPr>
            <p:ph idx="2" type="body"/>
          </p:nvPr>
        </p:nvSpPr>
        <p:spPr>
          <a:xfrm>
            <a:off x="2751025" y="1450875"/>
            <a:ext cx="5830200" cy="7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3" name="Google Shape;123;p35"/>
          <p:cNvSpPr txBox="1"/>
          <p:nvPr>
            <p:ph idx="3" type="subTitle"/>
          </p:nvPr>
        </p:nvSpPr>
        <p:spPr>
          <a:xfrm>
            <a:off x="2751025" y="2288875"/>
            <a:ext cx="5830200" cy="44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4" name="Google Shape;124;p35"/>
          <p:cNvSpPr txBox="1"/>
          <p:nvPr>
            <p:ph idx="4" type="body"/>
          </p:nvPr>
        </p:nvSpPr>
        <p:spPr>
          <a:xfrm>
            <a:off x="2751025" y="2753275"/>
            <a:ext cx="5830200" cy="7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5" name="Google Shape;125;p35"/>
          <p:cNvSpPr txBox="1"/>
          <p:nvPr>
            <p:ph idx="5" type="subTitle"/>
          </p:nvPr>
        </p:nvSpPr>
        <p:spPr>
          <a:xfrm>
            <a:off x="2751025" y="3573275"/>
            <a:ext cx="58302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26" name="Google Shape;126;p35"/>
          <p:cNvSpPr txBox="1"/>
          <p:nvPr>
            <p:ph idx="6" type="body"/>
          </p:nvPr>
        </p:nvSpPr>
        <p:spPr>
          <a:xfrm>
            <a:off x="2751025" y="4055675"/>
            <a:ext cx="5830200" cy="7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35"/>
          <p:cNvSpPr/>
          <p:nvPr>
            <p:ph idx="7" type="pic"/>
          </p:nvPr>
        </p:nvSpPr>
        <p:spPr>
          <a:xfrm>
            <a:off x="192915" y="967875"/>
            <a:ext cx="2128500" cy="12297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35"/>
          <p:cNvSpPr/>
          <p:nvPr>
            <p:ph idx="8" type="pic"/>
          </p:nvPr>
        </p:nvSpPr>
        <p:spPr>
          <a:xfrm>
            <a:off x="192915" y="2270575"/>
            <a:ext cx="2128500" cy="12297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35"/>
          <p:cNvSpPr/>
          <p:nvPr>
            <p:ph idx="9" type="pic"/>
          </p:nvPr>
        </p:nvSpPr>
        <p:spPr>
          <a:xfrm>
            <a:off x="192915" y="3573275"/>
            <a:ext cx="2128500" cy="1229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key metrics v3">
  <p:cSld name="CUSTOM_2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6"/>
          <p:cNvSpPr/>
          <p:nvPr/>
        </p:nvSpPr>
        <p:spPr>
          <a:xfrm>
            <a:off x="0" y="3380475"/>
            <a:ext cx="9144000" cy="176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6"/>
          <p:cNvSpPr/>
          <p:nvPr/>
        </p:nvSpPr>
        <p:spPr>
          <a:xfrm>
            <a:off x="618225" y="1761300"/>
            <a:ext cx="1840800" cy="3382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6"/>
          <p:cNvSpPr/>
          <p:nvPr/>
        </p:nvSpPr>
        <p:spPr>
          <a:xfrm>
            <a:off x="2622125" y="1761300"/>
            <a:ext cx="1840800" cy="3382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6"/>
          <p:cNvSpPr/>
          <p:nvPr/>
        </p:nvSpPr>
        <p:spPr>
          <a:xfrm>
            <a:off x="4626025" y="1761300"/>
            <a:ext cx="1840800" cy="3382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6"/>
          <p:cNvSpPr/>
          <p:nvPr/>
        </p:nvSpPr>
        <p:spPr>
          <a:xfrm>
            <a:off x="6629925" y="1761300"/>
            <a:ext cx="1840800" cy="3382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6"/>
          <p:cNvSpPr/>
          <p:nvPr/>
        </p:nvSpPr>
        <p:spPr>
          <a:xfrm>
            <a:off x="1222875" y="1611400"/>
            <a:ext cx="631500" cy="6315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6"/>
          <p:cNvSpPr/>
          <p:nvPr/>
        </p:nvSpPr>
        <p:spPr>
          <a:xfrm>
            <a:off x="3226775" y="1611400"/>
            <a:ext cx="631500" cy="6315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6"/>
          <p:cNvSpPr/>
          <p:nvPr/>
        </p:nvSpPr>
        <p:spPr>
          <a:xfrm>
            <a:off x="5230675" y="1611400"/>
            <a:ext cx="631500" cy="6315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6"/>
          <p:cNvSpPr/>
          <p:nvPr/>
        </p:nvSpPr>
        <p:spPr>
          <a:xfrm>
            <a:off x="7234575" y="1611400"/>
            <a:ext cx="631500" cy="6315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6"/>
          <p:cNvSpPr txBox="1"/>
          <p:nvPr>
            <p:ph idx="1" type="subTitle"/>
          </p:nvPr>
        </p:nvSpPr>
        <p:spPr>
          <a:xfrm>
            <a:off x="745200" y="2563200"/>
            <a:ext cx="1573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1" name="Google Shape;141;p36"/>
          <p:cNvSpPr txBox="1"/>
          <p:nvPr>
            <p:ph idx="2" type="body"/>
          </p:nvPr>
        </p:nvSpPr>
        <p:spPr>
          <a:xfrm>
            <a:off x="745200" y="3244450"/>
            <a:ext cx="1573200" cy="14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36"/>
          <p:cNvSpPr txBox="1"/>
          <p:nvPr>
            <p:ph idx="3" type="subTitle"/>
          </p:nvPr>
        </p:nvSpPr>
        <p:spPr>
          <a:xfrm>
            <a:off x="2775600" y="2563200"/>
            <a:ext cx="1573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3" name="Google Shape;143;p36"/>
          <p:cNvSpPr txBox="1"/>
          <p:nvPr>
            <p:ph idx="4" type="body"/>
          </p:nvPr>
        </p:nvSpPr>
        <p:spPr>
          <a:xfrm>
            <a:off x="2775600" y="3244450"/>
            <a:ext cx="1573200" cy="14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" name="Google Shape;144;p36"/>
          <p:cNvSpPr txBox="1"/>
          <p:nvPr>
            <p:ph idx="5" type="subTitle"/>
          </p:nvPr>
        </p:nvSpPr>
        <p:spPr>
          <a:xfrm>
            <a:off x="4780800" y="2563200"/>
            <a:ext cx="1573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5" name="Google Shape;145;p36"/>
          <p:cNvSpPr txBox="1"/>
          <p:nvPr>
            <p:ph idx="6" type="body"/>
          </p:nvPr>
        </p:nvSpPr>
        <p:spPr>
          <a:xfrm>
            <a:off x="4780800" y="3244450"/>
            <a:ext cx="1573200" cy="14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6" name="Google Shape;146;p36"/>
          <p:cNvSpPr txBox="1"/>
          <p:nvPr>
            <p:ph idx="7" type="subTitle"/>
          </p:nvPr>
        </p:nvSpPr>
        <p:spPr>
          <a:xfrm>
            <a:off x="6782400" y="2563200"/>
            <a:ext cx="1573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47" name="Google Shape;147;p36"/>
          <p:cNvSpPr txBox="1"/>
          <p:nvPr>
            <p:ph idx="8" type="body"/>
          </p:nvPr>
        </p:nvSpPr>
        <p:spPr>
          <a:xfrm>
            <a:off x="6782400" y="3244450"/>
            <a:ext cx="1573200" cy="14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8" name="Google Shape;148;p36"/>
          <p:cNvSpPr txBox="1"/>
          <p:nvPr>
            <p:ph type="ctrTitle"/>
          </p:nvPr>
        </p:nvSpPr>
        <p:spPr>
          <a:xfrm>
            <a:off x="453600" y="385200"/>
            <a:ext cx="8035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49" name="Google Shape;149;p36"/>
          <p:cNvSpPr txBox="1"/>
          <p:nvPr/>
        </p:nvSpPr>
        <p:spPr>
          <a:xfrm>
            <a:off x="1222875" y="1611400"/>
            <a:ext cx="631500" cy="6315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Hanken Grotesk ExtraBold"/>
                <a:ea typeface="Hanken Grotesk ExtraBold"/>
                <a:cs typeface="Hanken Grotesk ExtraBold"/>
                <a:sym typeface="Hanken Grotesk ExtraBold"/>
              </a:rPr>
              <a:t>01</a:t>
            </a:r>
            <a:endParaRPr b="0" i="0" sz="2400" u="none" cap="none" strike="noStrike">
              <a:solidFill>
                <a:schemeClr val="dk2"/>
              </a:solidFill>
              <a:latin typeface="Hanken Grotesk ExtraBold"/>
              <a:ea typeface="Hanken Grotesk ExtraBold"/>
              <a:cs typeface="Hanken Grotesk ExtraBold"/>
              <a:sym typeface="Hanken Grotesk ExtraBold"/>
            </a:endParaRPr>
          </a:p>
        </p:txBody>
      </p:sp>
      <p:sp>
        <p:nvSpPr>
          <p:cNvPr id="150" name="Google Shape;150;p36"/>
          <p:cNvSpPr txBox="1"/>
          <p:nvPr/>
        </p:nvSpPr>
        <p:spPr>
          <a:xfrm>
            <a:off x="3226775" y="1611400"/>
            <a:ext cx="631500" cy="6315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Hanken Grotesk ExtraBold"/>
                <a:ea typeface="Hanken Grotesk ExtraBold"/>
                <a:cs typeface="Hanken Grotesk ExtraBold"/>
                <a:sym typeface="Hanken Grotesk ExtraBold"/>
              </a:rPr>
              <a:t>02</a:t>
            </a:r>
            <a:endParaRPr b="0" i="0" sz="2400" u="none" cap="none" strike="noStrike">
              <a:solidFill>
                <a:schemeClr val="dk2"/>
              </a:solidFill>
              <a:latin typeface="Hanken Grotesk ExtraBold"/>
              <a:ea typeface="Hanken Grotesk ExtraBold"/>
              <a:cs typeface="Hanken Grotesk ExtraBold"/>
              <a:sym typeface="Hanken Grotesk ExtraBold"/>
            </a:endParaRPr>
          </a:p>
        </p:txBody>
      </p:sp>
      <p:sp>
        <p:nvSpPr>
          <p:cNvPr id="151" name="Google Shape;151;p36"/>
          <p:cNvSpPr txBox="1"/>
          <p:nvPr/>
        </p:nvSpPr>
        <p:spPr>
          <a:xfrm>
            <a:off x="5230675" y="1611400"/>
            <a:ext cx="631500" cy="6315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Hanken Grotesk ExtraBold"/>
                <a:ea typeface="Hanken Grotesk ExtraBold"/>
                <a:cs typeface="Hanken Grotesk ExtraBold"/>
                <a:sym typeface="Hanken Grotesk ExtraBold"/>
              </a:rPr>
              <a:t>03</a:t>
            </a:r>
            <a:endParaRPr b="0" i="0" sz="2400" u="none" cap="none" strike="noStrike">
              <a:solidFill>
                <a:schemeClr val="dk2"/>
              </a:solidFill>
              <a:latin typeface="Hanken Grotesk ExtraBold"/>
              <a:ea typeface="Hanken Grotesk ExtraBold"/>
              <a:cs typeface="Hanken Grotesk ExtraBold"/>
              <a:sym typeface="Hanken Grotesk ExtraBold"/>
            </a:endParaRPr>
          </a:p>
        </p:txBody>
      </p:sp>
      <p:sp>
        <p:nvSpPr>
          <p:cNvPr id="152" name="Google Shape;152;p36"/>
          <p:cNvSpPr txBox="1"/>
          <p:nvPr/>
        </p:nvSpPr>
        <p:spPr>
          <a:xfrm>
            <a:off x="7234575" y="1611400"/>
            <a:ext cx="631500" cy="6315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" sz="2400" u="none" cap="none" strike="noStrike">
                <a:solidFill>
                  <a:schemeClr val="dk2"/>
                </a:solidFill>
                <a:latin typeface="Hanken Grotesk ExtraBold"/>
                <a:ea typeface="Hanken Grotesk ExtraBold"/>
                <a:cs typeface="Hanken Grotesk ExtraBold"/>
                <a:sym typeface="Hanken Grotesk ExtraBold"/>
              </a:rPr>
              <a:t>04</a:t>
            </a:r>
            <a:endParaRPr b="0" i="0" sz="2400" u="none" cap="none" strike="noStrike">
              <a:solidFill>
                <a:schemeClr val="dk2"/>
              </a:solidFill>
              <a:latin typeface="Hanken Grotesk ExtraBold"/>
              <a:ea typeface="Hanken Grotesk ExtraBold"/>
              <a:cs typeface="Hanken Grotesk ExtraBold"/>
              <a:sym typeface="Hanken Grotesk ExtraBold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key metrics">
  <p:cSld name="CUSTOM_3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7"/>
          <p:cNvSpPr/>
          <p:nvPr/>
        </p:nvSpPr>
        <p:spPr>
          <a:xfrm>
            <a:off x="575925" y="1188625"/>
            <a:ext cx="8568300" cy="3585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" name="Google Shape;155;p37"/>
          <p:cNvCxnSpPr/>
          <p:nvPr/>
        </p:nvCxnSpPr>
        <p:spPr>
          <a:xfrm>
            <a:off x="998606" y="1617174"/>
            <a:ext cx="426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" name="Google Shape;156;p37"/>
          <p:cNvSpPr txBox="1"/>
          <p:nvPr>
            <p:ph idx="1" type="subTitle"/>
          </p:nvPr>
        </p:nvSpPr>
        <p:spPr>
          <a:xfrm>
            <a:off x="985050" y="1965388"/>
            <a:ext cx="2217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57" name="Google Shape;157;p37"/>
          <p:cNvSpPr txBox="1"/>
          <p:nvPr>
            <p:ph idx="2" type="body"/>
          </p:nvPr>
        </p:nvSpPr>
        <p:spPr>
          <a:xfrm>
            <a:off x="985050" y="2631663"/>
            <a:ext cx="2217600" cy="17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8" name="Google Shape;158;p37"/>
          <p:cNvSpPr txBox="1"/>
          <p:nvPr>
            <p:ph type="ctrTitle"/>
          </p:nvPr>
        </p:nvSpPr>
        <p:spPr>
          <a:xfrm>
            <a:off x="575925" y="375800"/>
            <a:ext cx="80778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cxnSp>
        <p:nvCxnSpPr>
          <p:cNvPr id="159" name="Google Shape;159;p37"/>
          <p:cNvCxnSpPr/>
          <p:nvPr/>
        </p:nvCxnSpPr>
        <p:spPr>
          <a:xfrm>
            <a:off x="3764831" y="1595099"/>
            <a:ext cx="426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0" name="Google Shape;160;p37"/>
          <p:cNvSpPr txBox="1"/>
          <p:nvPr>
            <p:ph idx="3" type="subTitle"/>
          </p:nvPr>
        </p:nvSpPr>
        <p:spPr>
          <a:xfrm>
            <a:off x="3751275" y="1943313"/>
            <a:ext cx="2217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1" name="Google Shape;161;p37"/>
          <p:cNvSpPr txBox="1"/>
          <p:nvPr>
            <p:ph idx="4" type="body"/>
          </p:nvPr>
        </p:nvSpPr>
        <p:spPr>
          <a:xfrm>
            <a:off x="3751275" y="2609588"/>
            <a:ext cx="2217600" cy="17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62" name="Google Shape;162;p37"/>
          <p:cNvCxnSpPr/>
          <p:nvPr/>
        </p:nvCxnSpPr>
        <p:spPr>
          <a:xfrm>
            <a:off x="6531056" y="1595099"/>
            <a:ext cx="426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" name="Google Shape;163;p37"/>
          <p:cNvSpPr txBox="1"/>
          <p:nvPr>
            <p:ph idx="5" type="subTitle"/>
          </p:nvPr>
        </p:nvSpPr>
        <p:spPr>
          <a:xfrm>
            <a:off x="6517500" y="1943313"/>
            <a:ext cx="2217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64" name="Google Shape;164;p37"/>
          <p:cNvSpPr txBox="1"/>
          <p:nvPr>
            <p:ph idx="6" type="body"/>
          </p:nvPr>
        </p:nvSpPr>
        <p:spPr>
          <a:xfrm>
            <a:off x="6517500" y="2609588"/>
            <a:ext cx="2217600" cy="17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key metrics v2">
  <p:cSld name="CUSTOM_4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8"/>
          <p:cNvSpPr/>
          <p:nvPr/>
        </p:nvSpPr>
        <p:spPr>
          <a:xfrm>
            <a:off x="387800" y="1445475"/>
            <a:ext cx="2723100" cy="250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8"/>
          <p:cNvSpPr/>
          <p:nvPr/>
        </p:nvSpPr>
        <p:spPr>
          <a:xfrm>
            <a:off x="3216125" y="1445475"/>
            <a:ext cx="2723100" cy="25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8"/>
          <p:cNvSpPr/>
          <p:nvPr/>
        </p:nvSpPr>
        <p:spPr>
          <a:xfrm>
            <a:off x="6044450" y="1445475"/>
            <a:ext cx="2723100" cy="250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8"/>
          <p:cNvSpPr txBox="1"/>
          <p:nvPr>
            <p:ph type="ctrTitle"/>
          </p:nvPr>
        </p:nvSpPr>
        <p:spPr>
          <a:xfrm>
            <a:off x="378000" y="435600"/>
            <a:ext cx="8391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170" name="Google Shape;170;p38"/>
          <p:cNvSpPr txBox="1"/>
          <p:nvPr>
            <p:ph idx="1" type="subTitle"/>
          </p:nvPr>
        </p:nvSpPr>
        <p:spPr>
          <a:xfrm>
            <a:off x="406800" y="1803600"/>
            <a:ext cx="271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None/>
              <a:defRPr b="1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None/>
              <a:defRPr b="1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None/>
              <a:defRPr b="1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None/>
              <a:defRPr b="1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None/>
              <a:defRPr b="1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None/>
              <a:defRPr b="1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None/>
              <a:defRPr b="1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None/>
              <a:defRPr b="1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None/>
              <a:defRPr b="1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1" name="Google Shape;171;p38"/>
          <p:cNvSpPr txBox="1"/>
          <p:nvPr>
            <p:ph idx="2" type="body"/>
          </p:nvPr>
        </p:nvSpPr>
        <p:spPr>
          <a:xfrm>
            <a:off x="406800" y="2458725"/>
            <a:ext cx="2718000" cy="20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2" name="Google Shape;172;p38"/>
          <p:cNvSpPr txBox="1"/>
          <p:nvPr>
            <p:ph idx="3" type="subTitle"/>
          </p:nvPr>
        </p:nvSpPr>
        <p:spPr>
          <a:xfrm>
            <a:off x="3218675" y="1803600"/>
            <a:ext cx="271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None/>
              <a:defRPr b="1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None/>
              <a:defRPr b="1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None/>
              <a:defRPr b="1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None/>
              <a:defRPr b="1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None/>
              <a:defRPr b="1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None/>
              <a:defRPr b="1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None/>
              <a:defRPr b="1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None/>
              <a:defRPr b="1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None/>
              <a:defRPr b="1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3" name="Google Shape;173;p38"/>
          <p:cNvSpPr txBox="1"/>
          <p:nvPr>
            <p:ph idx="4" type="body"/>
          </p:nvPr>
        </p:nvSpPr>
        <p:spPr>
          <a:xfrm>
            <a:off x="3218675" y="2458725"/>
            <a:ext cx="2718000" cy="20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4" name="Google Shape;174;p38"/>
          <p:cNvSpPr txBox="1"/>
          <p:nvPr>
            <p:ph idx="5" type="subTitle"/>
          </p:nvPr>
        </p:nvSpPr>
        <p:spPr>
          <a:xfrm>
            <a:off x="6030550" y="1803600"/>
            <a:ext cx="271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None/>
              <a:defRPr b="1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None/>
              <a:defRPr b="1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None/>
              <a:defRPr b="1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None/>
              <a:defRPr b="1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None/>
              <a:defRPr b="1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None/>
              <a:defRPr b="1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None/>
              <a:defRPr b="1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None/>
              <a:defRPr b="1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anken Grotesk"/>
              <a:buNone/>
              <a:defRPr b="1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75" name="Google Shape;175;p38"/>
          <p:cNvSpPr txBox="1"/>
          <p:nvPr>
            <p:ph idx="6" type="body"/>
          </p:nvPr>
        </p:nvSpPr>
        <p:spPr>
          <a:xfrm>
            <a:off x="6030550" y="2458725"/>
            <a:ext cx="2718000" cy="20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items on timeline">
  <p:cSld name="CUSTOM_5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9"/>
          <p:cNvSpPr/>
          <p:nvPr/>
        </p:nvSpPr>
        <p:spPr>
          <a:xfrm>
            <a:off x="0" y="3431700"/>
            <a:ext cx="372000" cy="1711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9"/>
          <p:cNvSpPr/>
          <p:nvPr/>
        </p:nvSpPr>
        <p:spPr>
          <a:xfrm>
            <a:off x="0" y="0"/>
            <a:ext cx="372000" cy="3431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9"/>
          <p:cNvSpPr/>
          <p:nvPr/>
        </p:nvSpPr>
        <p:spPr>
          <a:xfrm>
            <a:off x="1608475" y="0"/>
            <a:ext cx="75354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9"/>
          <p:cNvSpPr txBox="1"/>
          <p:nvPr>
            <p:ph type="ctrTitle"/>
          </p:nvPr>
        </p:nvSpPr>
        <p:spPr>
          <a:xfrm rot="-5400000">
            <a:off x="-1388775" y="2298150"/>
            <a:ext cx="46515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cxnSp>
        <p:nvCxnSpPr>
          <p:cNvPr id="181" name="Google Shape;181;p39"/>
          <p:cNvCxnSpPr/>
          <p:nvPr/>
        </p:nvCxnSpPr>
        <p:spPr>
          <a:xfrm rot="10800000">
            <a:off x="1501850" y="476250"/>
            <a:ext cx="78630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39"/>
          <p:cNvSpPr/>
          <p:nvPr/>
        </p:nvSpPr>
        <p:spPr>
          <a:xfrm rot="5400000">
            <a:off x="1853725" y="396000"/>
            <a:ext cx="160500" cy="160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9"/>
          <p:cNvSpPr txBox="1"/>
          <p:nvPr>
            <p:ph idx="1" type="subTitle"/>
          </p:nvPr>
        </p:nvSpPr>
        <p:spPr>
          <a:xfrm>
            <a:off x="1853725" y="808950"/>
            <a:ext cx="21501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b="1" sz="14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84" name="Google Shape;184;p39"/>
          <p:cNvSpPr txBox="1"/>
          <p:nvPr>
            <p:ph idx="2" type="body"/>
          </p:nvPr>
        </p:nvSpPr>
        <p:spPr>
          <a:xfrm>
            <a:off x="1853725" y="1438950"/>
            <a:ext cx="2150100" cy="3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5" name="Google Shape;185;p39"/>
          <p:cNvSpPr/>
          <p:nvPr/>
        </p:nvSpPr>
        <p:spPr>
          <a:xfrm rot="5400000">
            <a:off x="4149400" y="396000"/>
            <a:ext cx="160500" cy="160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9"/>
          <p:cNvSpPr txBox="1"/>
          <p:nvPr>
            <p:ph idx="3" type="subTitle"/>
          </p:nvPr>
        </p:nvSpPr>
        <p:spPr>
          <a:xfrm>
            <a:off x="4149400" y="808950"/>
            <a:ext cx="21501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b="1" sz="14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87" name="Google Shape;187;p39"/>
          <p:cNvSpPr txBox="1"/>
          <p:nvPr>
            <p:ph idx="4" type="body"/>
          </p:nvPr>
        </p:nvSpPr>
        <p:spPr>
          <a:xfrm>
            <a:off x="4149400" y="1438950"/>
            <a:ext cx="2150100" cy="3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8" name="Google Shape;188;p39"/>
          <p:cNvSpPr/>
          <p:nvPr/>
        </p:nvSpPr>
        <p:spPr>
          <a:xfrm rot="5400000">
            <a:off x="6445075" y="396000"/>
            <a:ext cx="160500" cy="1605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9"/>
          <p:cNvSpPr txBox="1"/>
          <p:nvPr>
            <p:ph idx="5" type="subTitle"/>
          </p:nvPr>
        </p:nvSpPr>
        <p:spPr>
          <a:xfrm>
            <a:off x="6445075" y="808950"/>
            <a:ext cx="21501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b="1" sz="14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190" name="Google Shape;190;p39"/>
          <p:cNvSpPr txBox="1"/>
          <p:nvPr>
            <p:ph idx="6" type="body"/>
          </p:nvPr>
        </p:nvSpPr>
        <p:spPr>
          <a:xfrm>
            <a:off x="6445075" y="1438950"/>
            <a:ext cx="2150100" cy="31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items on timeline v2">
  <p:cSld name="CUSTOM_6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0"/>
          <p:cNvSpPr/>
          <p:nvPr/>
        </p:nvSpPr>
        <p:spPr>
          <a:xfrm>
            <a:off x="2091825" y="1290625"/>
            <a:ext cx="4965900" cy="117720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0"/>
          <p:cNvSpPr/>
          <p:nvPr/>
        </p:nvSpPr>
        <p:spPr>
          <a:xfrm>
            <a:off x="1653025" y="1916375"/>
            <a:ext cx="5971800" cy="90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40"/>
          <p:cNvCxnSpPr/>
          <p:nvPr/>
        </p:nvCxnSpPr>
        <p:spPr>
          <a:xfrm rot="10800000">
            <a:off x="4614875" y="1374025"/>
            <a:ext cx="0" cy="3312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95" name="Google Shape;195;p40"/>
          <p:cNvSpPr/>
          <p:nvPr/>
        </p:nvSpPr>
        <p:spPr>
          <a:xfrm>
            <a:off x="978825" y="1852800"/>
            <a:ext cx="2236800" cy="329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40"/>
          <p:cNvSpPr/>
          <p:nvPr/>
        </p:nvSpPr>
        <p:spPr>
          <a:xfrm>
            <a:off x="3453600" y="1852800"/>
            <a:ext cx="2236800" cy="32907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40"/>
          <p:cNvSpPr/>
          <p:nvPr/>
        </p:nvSpPr>
        <p:spPr>
          <a:xfrm>
            <a:off x="5928375" y="1852800"/>
            <a:ext cx="2236800" cy="3290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0"/>
          <p:cNvSpPr/>
          <p:nvPr/>
        </p:nvSpPr>
        <p:spPr>
          <a:xfrm>
            <a:off x="978825" y="5042100"/>
            <a:ext cx="2236800" cy="10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0"/>
          <p:cNvSpPr/>
          <p:nvPr/>
        </p:nvSpPr>
        <p:spPr>
          <a:xfrm>
            <a:off x="3453600" y="5042100"/>
            <a:ext cx="2236800" cy="10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0"/>
          <p:cNvSpPr/>
          <p:nvPr/>
        </p:nvSpPr>
        <p:spPr>
          <a:xfrm>
            <a:off x="5928375" y="5042100"/>
            <a:ext cx="2236800" cy="101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40"/>
          <p:cNvSpPr/>
          <p:nvPr/>
        </p:nvSpPr>
        <p:spPr>
          <a:xfrm>
            <a:off x="1985225" y="1767175"/>
            <a:ext cx="224100" cy="224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0"/>
          <p:cNvSpPr/>
          <p:nvPr/>
        </p:nvSpPr>
        <p:spPr>
          <a:xfrm>
            <a:off x="4502825" y="1767175"/>
            <a:ext cx="224100" cy="224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0"/>
          <p:cNvSpPr/>
          <p:nvPr/>
        </p:nvSpPr>
        <p:spPr>
          <a:xfrm>
            <a:off x="6934675" y="1767175"/>
            <a:ext cx="224100" cy="224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40"/>
          <p:cNvSpPr txBox="1"/>
          <p:nvPr>
            <p:ph type="ctrTitle"/>
          </p:nvPr>
        </p:nvSpPr>
        <p:spPr>
          <a:xfrm>
            <a:off x="2091600" y="428400"/>
            <a:ext cx="49644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05" name="Google Shape;205;p40"/>
          <p:cNvSpPr txBox="1"/>
          <p:nvPr>
            <p:ph idx="1" type="subTitle"/>
          </p:nvPr>
        </p:nvSpPr>
        <p:spPr>
          <a:xfrm>
            <a:off x="3654000" y="2322000"/>
            <a:ext cx="1839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b="1" sz="14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6" name="Google Shape;206;p40"/>
          <p:cNvSpPr txBox="1"/>
          <p:nvPr>
            <p:ph idx="2" type="body"/>
          </p:nvPr>
        </p:nvSpPr>
        <p:spPr>
          <a:xfrm>
            <a:off x="3652687" y="3028425"/>
            <a:ext cx="1838700" cy="19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7" name="Google Shape;207;p40"/>
          <p:cNvSpPr txBox="1"/>
          <p:nvPr>
            <p:ph idx="3" type="subTitle"/>
          </p:nvPr>
        </p:nvSpPr>
        <p:spPr>
          <a:xfrm>
            <a:off x="1177200" y="2322000"/>
            <a:ext cx="1839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08" name="Google Shape;208;p40"/>
          <p:cNvSpPr txBox="1"/>
          <p:nvPr>
            <p:ph idx="4" type="body"/>
          </p:nvPr>
        </p:nvSpPr>
        <p:spPr>
          <a:xfrm>
            <a:off x="1177200" y="3028425"/>
            <a:ext cx="1838700" cy="19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09" name="Google Shape;209;p40"/>
          <p:cNvSpPr txBox="1"/>
          <p:nvPr>
            <p:ph idx="5" type="subTitle"/>
          </p:nvPr>
        </p:nvSpPr>
        <p:spPr>
          <a:xfrm>
            <a:off x="6127200" y="2322000"/>
            <a:ext cx="18396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10" name="Google Shape;210;p40"/>
          <p:cNvSpPr txBox="1"/>
          <p:nvPr>
            <p:ph idx="6" type="body"/>
          </p:nvPr>
        </p:nvSpPr>
        <p:spPr>
          <a:xfrm>
            <a:off x="6124575" y="3028425"/>
            <a:ext cx="1838700" cy="19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items on timeline 1">
  <p:cSld name="CUSTOM_7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2" name="Google Shape;212;p41"/>
          <p:cNvCxnSpPr/>
          <p:nvPr/>
        </p:nvCxnSpPr>
        <p:spPr>
          <a:xfrm rot="10800000">
            <a:off x="-248000" y="1810550"/>
            <a:ext cx="2421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3" name="Google Shape;213;p41"/>
          <p:cNvSpPr/>
          <p:nvPr/>
        </p:nvSpPr>
        <p:spPr>
          <a:xfrm>
            <a:off x="408025" y="1730300"/>
            <a:ext cx="160500" cy="1605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" name="Google Shape;214;p41"/>
          <p:cNvCxnSpPr/>
          <p:nvPr/>
        </p:nvCxnSpPr>
        <p:spPr>
          <a:xfrm rot="10800000">
            <a:off x="2404225" y="1810550"/>
            <a:ext cx="2052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41"/>
          <p:cNvSpPr/>
          <p:nvPr/>
        </p:nvSpPr>
        <p:spPr>
          <a:xfrm>
            <a:off x="2691250" y="1730300"/>
            <a:ext cx="160500" cy="1605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" name="Google Shape;216;p41"/>
          <p:cNvCxnSpPr/>
          <p:nvPr/>
        </p:nvCxnSpPr>
        <p:spPr>
          <a:xfrm rot="10800000">
            <a:off x="4687450" y="1810550"/>
            <a:ext cx="20523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7" name="Google Shape;217;p41"/>
          <p:cNvSpPr/>
          <p:nvPr/>
        </p:nvSpPr>
        <p:spPr>
          <a:xfrm>
            <a:off x="4974475" y="1730300"/>
            <a:ext cx="160500" cy="1605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41"/>
          <p:cNvCxnSpPr/>
          <p:nvPr/>
        </p:nvCxnSpPr>
        <p:spPr>
          <a:xfrm rot="10800000">
            <a:off x="6970775" y="1810550"/>
            <a:ext cx="23652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9" name="Google Shape;219;p41"/>
          <p:cNvSpPr/>
          <p:nvPr/>
        </p:nvSpPr>
        <p:spPr>
          <a:xfrm>
            <a:off x="7257700" y="1730300"/>
            <a:ext cx="160500" cy="160500"/>
          </a:xfrm>
          <a:prstGeom prst="ellipse">
            <a:avLst/>
          </a:prstGeom>
          <a:solidFill>
            <a:schemeClr val="accent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41"/>
          <p:cNvSpPr txBox="1"/>
          <p:nvPr>
            <p:ph idx="1" type="subTitle"/>
          </p:nvPr>
        </p:nvSpPr>
        <p:spPr>
          <a:xfrm>
            <a:off x="324000" y="2005200"/>
            <a:ext cx="18396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21" name="Google Shape;221;p41"/>
          <p:cNvSpPr txBox="1"/>
          <p:nvPr>
            <p:ph idx="2" type="body"/>
          </p:nvPr>
        </p:nvSpPr>
        <p:spPr>
          <a:xfrm>
            <a:off x="324000" y="2676550"/>
            <a:ext cx="1839600" cy="16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2" name="Google Shape;222;p41"/>
          <p:cNvSpPr txBox="1"/>
          <p:nvPr>
            <p:ph idx="3" type="subTitle"/>
          </p:nvPr>
        </p:nvSpPr>
        <p:spPr>
          <a:xfrm>
            <a:off x="2606400" y="2005200"/>
            <a:ext cx="18396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23" name="Google Shape;223;p41"/>
          <p:cNvSpPr txBox="1"/>
          <p:nvPr>
            <p:ph idx="4" type="body"/>
          </p:nvPr>
        </p:nvSpPr>
        <p:spPr>
          <a:xfrm>
            <a:off x="2606400" y="2676550"/>
            <a:ext cx="1839600" cy="16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4" name="Google Shape;224;p41"/>
          <p:cNvSpPr txBox="1"/>
          <p:nvPr>
            <p:ph idx="5" type="subTitle"/>
          </p:nvPr>
        </p:nvSpPr>
        <p:spPr>
          <a:xfrm>
            <a:off x="4888800" y="2005200"/>
            <a:ext cx="18396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25" name="Google Shape;225;p41"/>
          <p:cNvSpPr txBox="1"/>
          <p:nvPr>
            <p:ph idx="6" type="body"/>
          </p:nvPr>
        </p:nvSpPr>
        <p:spPr>
          <a:xfrm>
            <a:off x="4888800" y="2676550"/>
            <a:ext cx="1839600" cy="16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6" name="Google Shape;226;p41"/>
          <p:cNvSpPr txBox="1"/>
          <p:nvPr>
            <p:ph idx="7" type="subTitle"/>
          </p:nvPr>
        </p:nvSpPr>
        <p:spPr>
          <a:xfrm>
            <a:off x="7174800" y="2005200"/>
            <a:ext cx="1839600" cy="62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27" name="Google Shape;227;p41"/>
          <p:cNvSpPr txBox="1"/>
          <p:nvPr>
            <p:ph idx="8" type="body"/>
          </p:nvPr>
        </p:nvSpPr>
        <p:spPr>
          <a:xfrm>
            <a:off x="7174800" y="2676550"/>
            <a:ext cx="1839600" cy="16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8" name="Google Shape;228;p41"/>
          <p:cNvSpPr txBox="1"/>
          <p:nvPr>
            <p:ph type="ctrTitle"/>
          </p:nvPr>
        </p:nvSpPr>
        <p:spPr>
          <a:xfrm>
            <a:off x="406800" y="468000"/>
            <a:ext cx="8373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slide - v1">
  <p:cSld name="CUSTOM_8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2"/>
          <p:cNvSpPr/>
          <p:nvPr>
            <p:ph idx="2" type="pic"/>
          </p:nvPr>
        </p:nvSpPr>
        <p:spPr>
          <a:xfrm>
            <a:off x="352800" y="1749600"/>
            <a:ext cx="3229200" cy="33939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42"/>
          <p:cNvSpPr/>
          <p:nvPr/>
        </p:nvSpPr>
        <p:spPr>
          <a:xfrm>
            <a:off x="3581700" y="341825"/>
            <a:ext cx="5214300" cy="3951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2"/>
          <p:cNvSpPr/>
          <p:nvPr/>
        </p:nvSpPr>
        <p:spPr>
          <a:xfrm>
            <a:off x="3581700" y="341825"/>
            <a:ext cx="5214300" cy="8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2"/>
          <p:cNvSpPr txBox="1"/>
          <p:nvPr>
            <p:ph idx="1" type="subTitle"/>
          </p:nvPr>
        </p:nvSpPr>
        <p:spPr>
          <a:xfrm>
            <a:off x="3844625" y="583125"/>
            <a:ext cx="47052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b="1" sz="14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cxnSp>
        <p:nvCxnSpPr>
          <p:cNvPr id="234" name="Google Shape;234;p42"/>
          <p:cNvCxnSpPr/>
          <p:nvPr/>
        </p:nvCxnSpPr>
        <p:spPr>
          <a:xfrm>
            <a:off x="3844625" y="1775075"/>
            <a:ext cx="4705800" cy="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42"/>
          <p:cNvSpPr txBox="1"/>
          <p:nvPr>
            <p:ph idx="3" type="body"/>
          </p:nvPr>
        </p:nvSpPr>
        <p:spPr>
          <a:xfrm>
            <a:off x="3844625" y="1114974"/>
            <a:ext cx="47052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36" name="Google Shape;236;p42"/>
          <p:cNvSpPr txBox="1"/>
          <p:nvPr>
            <p:ph type="ctrTitle"/>
          </p:nvPr>
        </p:nvSpPr>
        <p:spPr>
          <a:xfrm>
            <a:off x="352800" y="385200"/>
            <a:ext cx="32292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37" name="Google Shape;237;p42"/>
          <p:cNvSpPr txBox="1"/>
          <p:nvPr>
            <p:ph idx="4" type="body"/>
          </p:nvPr>
        </p:nvSpPr>
        <p:spPr>
          <a:xfrm>
            <a:off x="3844925" y="1935075"/>
            <a:ext cx="4705200" cy="20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layout - v2">
  <p:cSld name="CUSTOM_9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3"/>
          <p:cNvSpPr/>
          <p:nvPr/>
        </p:nvSpPr>
        <p:spPr>
          <a:xfrm>
            <a:off x="-2450" y="10350"/>
            <a:ext cx="9144000" cy="1747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3"/>
          <p:cNvSpPr/>
          <p:nvPr>
            <p:ph idx="2" type="pic"/>
          </p:nvPr>
        </p:nvSpPr>
        <p:spPr>
          <a:xfrm>
            <a:off x="4662000" y="10800"/>
            <a:ext cx="3398400" cy="38880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43"/>
          <p:cNvSpPr txBox="1"/>
          <p:nvPr>
            <p:ph idx="1" type="body"/>
          </p:nvPr>
        </p:nvSpPr>
        <p:spPr>
          <a:xfrm>
            <a:off x="352800" y="2142000"/>
            <a:ext cx="4122000" cy="26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2" name="Google Shape;242;p43"/>
          <p:cNvSpPr txBox="1"/>
          <p:nvPr>
            <p:ph type="ctrTitle"/>
          </p:nvPr>
        </p:nvSpPr>
        <p:spPr>
          <a:xfrm>
            <a:off x="352800" y="316800"/>
            <a:ext cx="38664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3" name="Google Shape;243;p43"/>
          <p:cNvSpPr txBox="1"/>
          <p:nvPr>
            <p:ph idx="3" type="subTitle"/>
          </p:nvPr>
        </p:nvSpPr>
        <p:spPr>
          <a:xfrm>
            <a:off x="4662000" y="4067975"/>
            <a:ext cx="33984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44" name="Google Shape;244;p43"/>
          <p:cNvSpPr txBox="1"/>
          <p:nvPr>
            <p:ph idx="4" type="body"/>
          </p:nvPr>
        </p:nvSpPr>
        <p:spPr>
          <a:xfrm>
            <a:off x="4662000" y="4507300"/>
            <a:ext cx="33984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user layout - v3">
  <p:cSld name="CUSTOM_10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4"/>
          <p:cNvSpPr/>
          <p:nvPr/>
        </p:nvSpPr>
        <p:spPr>
          <a:xfrm>
            <a:off x="0" y="0"/>
            <a:ext cx="44484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44"/>
          <p:cNvSpPr/>
          <p:nvPr>
            <p:ph idx="2" type="pic"/>
          </p:nvPr>
        </p:nvSpPr>
        <p:spPr>
          <a:xfrm>
            <a:off x="521700" y="374400"/>
            <a:ext cx="3405000" cy="2631600"/>
          </a:xfrm>
          <a:prstGeom prst="rect">
            <a:avLst/>
          </a:prstGeom>
          <a:noFill/>
          <a:ln>
            <a:noFill/>
          </a:ln>
        </p:spPr>
      </p:sp>
      <p:sp>
        <p:nvSpPr>
          <p:cNvPr id="248" name="Google Shape;248;p44"/>
          <p:cNvSpPr/>
          <p:nvPr/>
        </p:nvSpPr>
        <p:spPr>
          <a:xfrm>
            <a:off x="521700" y="3270450"/>
            <a:ext cx="3405000" cy="1305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4"/>
          <p:cNvSpPr txBox="1"/>
          <p:nvPr>
            <p:ph idx="1" type="subTitle"/>
          </p:nvPr>
        </p:nvSpPr>
        <p:spPr>
          <a:xfrm>
            <a:off x="615600" y="3447925"/>
            <a:ext cx="3211200" cy="4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b="1" sz="14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50" name="Google Shape;250;p44"/>
          <p:cNvSpPr txBox="1"/>
          <p:nvPr>
            <p:ph type="ctrTitle"/>
          </p:nvPr>
        </p:nvSpPr>
        <p:spPr>
          <a:xfrm>
            <a:off x="4762100" y="372138"/>
            <a:ext cx="3996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51" name="Google Shape;251;p44"/>
          <p:cNvSpPr txBox="1"/>
          <p:nvPr>
            <p:ph idx="3" type="body"/>
          </p:nvPr>
        </p:nvSpPr>
        <p:spPr>
          <a:xfrm>
            <a:off x="4762100" y="1099063"/>
            <a:ext cx="3996000" cy="36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2" name="Google Shape;252;p44"/>
          <p:cNvSpPr txBox="1"/>
          <p:nvPr>
            <p:ph idx="4" type="body"/>
          </p:nvPr>
        </p:nvSpPr>
        <p:spPr>
          <a:xfrm>
            <a:off x="615600" y="3920366"/>
            <a:ext cx="32112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us slide - v1">
  <p:cSld name="CUSTOM_11"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5"/>
          <p:cNvSpPr/>
          <p:nvPr/>
        </p:nvSpPr>
        <p:spPr>
          <a:xfrm>
            <a:off x="-75" y="3114854"/>
            <a:ext cx="9291300" cy="2152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45"/>
          <p:cNvSpPr/>
          <p:nvPr/>
        </p:nvSpPr>
        <p:spPr>
          <a:xfrm>
            <a:off x="-75" y="3020050"/>
            <a:ext cx="9291300" cy="9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45"/>
          <p:cNvSpPr/>
          <p:nvPr/>
        </p:nvSpPr>
        <p:spPr>
          <a:xfrm>
            <a:off x="737150" y="3840125"/>
            <a:ext cx="62400" cy="67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45"/>
          <p:cNvSpPr/>
          <p:nvPr/>
        </p:nvSpPr>
        <p:spPr>
          <a:xfrm>
            <a:off x="3718437" y="3845275"/>
            <a:ext cx="62400" cy="67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45"/>
          <p:cNvSpPr/>
          <p:nvPr/>
        </p:nvSpPr>
        <p:spPr>
          <a:xfrm>
            <a:off x="6699700" y="3842700"/>
            <a:ext cx="62400" cy="67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45"/>
          <p:cNvSpPr txBox="1"/>
          <p:nvPr>
            <p:ph idx="1" type="body"/>
          </p:nvPr>
        </p:nvSpPr>
        <p:spPr>
          <a:xfrm>
            <a:off x="1007975" y="4140000"/>
            <a:ext cx="1983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0" name="Google Shape;260;p45"/>
          <p:cNvSpPr txBox="1"/>
          <p:nvPr>
            <p:ph idx="2" type="body"/>
          </p:nvPr>
        </p:nvSpPr>
        <p:spPr>
          <a:xfrm>
            <a:off x="3989249" y="4140000"/>
            <a:ext cx="1983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1" name="Google Shape;261;p45"/>
          <p:cNvSpPr txBox="1"/>
          <p:nvPr>
            <p:ph idx="3" type="body"/>
          </p:nvPr>
        </p:nvSpPr>
        <p:spPr>
          <a:xfrm>
            <a:off x="6969600" y="4140000"/>
            <a:ext cx="1983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2" name="Google Shape;262;p45"/>
          <p:cNvSpPr/>
          <p:nvPr>
            <p:ph idx="4" type="pic"/>
          </p:nvPr>
        </p:nvSpPr>
        <p:spPr>
          <a:xfrm>
            <a:off x="4824000" y="0"/>
            <a:ext cx="4316400" cy="3020400"/>
          </a:xfrm>
          <a:prstGeom prst="rect">
            <a:avLst/>
          </a:prstGeom>
          <a:noFill/>
          <a:ln>
            <a:noFill/>
          </a:ln>
        </p:spPr>
      </p:sp>
      <p:sp>
        <p:nvSpPr>
          <p:cNvPr id="263" name="Google Shape;263;p45"/>
          <p:cNvSpPr txBox="1"/>
          <p:nvPr>
            <p:ph type="ctrTitle"/>
          </p:nvPr>
        </p:nvSpPr>
        <p:spPr>
          <a:xfrm>
            <a:off x="431625" y="1202400"/>
            <a:ext cx="3996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act us slide - v2">
  <p:cSld name="CUSTOM_12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6"/>
          <p:cNvSpPr/>
          <p:nvPr/>
        </p:nvSpPr>
        <p:spPr>
          <a:xfrm>
            <a:off x="3228300" y="0"/>
            <a:ext cx="5915700" cy="479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46"/>
          <p:cNvSpPr/>
          <p:nvPr>
            <p:ph idx="2" type="pic"/>
          </p:nvPr>
        </p:nvSpPr>
        <p:spPr>
          <a:xfrm>
            <a:off x="0" y="0"/>
            <a:ext cx="3228300" cy="32283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46"/>
          <p:cNvSpPr txBox="1"/>
          <p:nvPr>
            <p:ph type="ctrTitle"/>
          </p:nvPr>
        </p:nvSpPr>
        <p:spPr>
          <a:xfrm>
            <a:off x="229950" y="3542325"/>
            <a:ext cx="27684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68" name="Google Shape;268;p46"/>
          <p:cNvSpPr txBox="1"/>
          <p:nvPr>
            <p:ph idx="1" type="body"/>
          </p:nvPr>
        </p:nvSpPr>
        <p:spPr>
          <a:xfrm>
            <a:off x="3617134" y="627350"/>
            <a:ext cx="51834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46"/>
          <p:cNvSpPr txBox="1"/>
          <p:nvPr>
            <p:ph idx="3" type="body"/>
          </p:nvPr>
        </p:nvSpPr>
        <p:spPr>
          <a:xfrm>
            <a:off x="3617134" y="1548950"/>
            <a:ext cx="51834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46"/>
          <p:cNvSpPr txBox="1"/>
          <p:nvPr>
            <p:ph idx="4" type="body"/>
          </p:nvPr>
        </p:nvSpPr>
        <p:spPr>
          <a:xfrm>
            <a:off x="3617134" y="2466950"/>
            <a:ext cx="51834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1" name="Google Shape;271;p46"/>
          <p:cNvSpPr txBox="1"/>
          <p:nvPr>
            <p:ph idx="5" type="body"/>
          </p:nvPr>
        </p:nvSpPr>
        <p:spPr>
          <a:xfrm>
            <a:off x="3617134" y="3388550"/>
            <a:ext cx="51834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CUSTOM_13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7"/>
          <p:cNvSpPr/>
          <p:nvPr/>
        </p:nvSpPr>
        <p:spPr>
          <a:xfrm>
            <a:off x="0" y="4787813"/>
            <a:ext cx="9144000" cy="36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7"/>
          <p:cNvSpPr/>
          <p:nvPr/>
        </p:nvSpPr>
        <p:spPr>
          <a:xfrm>
            <a:off x="0" y="2573775"/>
            <a:ext cx="967200" cy="2573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7"/>
          <p:cNvSpPr/>
          <p:nvPr/>
        </p:nvSpPr>
        <p:spPr>
          <a:xfrm>
            <a:off x="0" y="0"/>
            <a:ext cx="967200" cy="257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7"/>
          <p:cNvSpPr txBox="1"/>
          <p:nvPr>
            <p:ph type="title"/>
          </p:nvPr>
        </p:nvSpPr>
        <p:spPr>
          <a:xfrm>
            <a:off x="1487875" y="1396650"/>
            <a:ext cx="7202100" cy="23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anken Grotesk"/>
              <a:buNone/>
              <a:defRPr b="1" sz="48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anken Grotesk"/>
              <a:buNone/>
              <a:defRPr b="1" sz="48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anken Grotesk"/>
              <a:buNone/>
              <a:defRPr b="1" sz="48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anken Grotesk"/>
              <a:buNone/>
              <a:defRPr b="1" sz="48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anken Grotesk"/>
              <a:buNone/>
              <a:defRPr b="1" sz="48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anken Grotesk"/>
              <a:buNone/>
              <a:defRPr b="1" sz="48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anken Grotesk"/>
              <a:buNone/>
              <a:defRPr b="1" sz="48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anken Grotesk"/>
              <a:buNone/>
              <a:defRPr b="1" sz="48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anken Grotesk"/>
              <a:buNone/>
              <a:defRPr b="1" sz="48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v2">
  <p:cSld name="CUSTOM_13_1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8"/>
          <p:cNvSpPr/>
          <p:nvPr/>
        </p:nvSpPr>
        <p:spPr>
          <a:xfrm>
            <a:off x="0" y="4787813"/>
            <a:ext cx="9144000" cy="36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8"/>
          <p:cNvSpPr/>
          <p:nvPr/>
        </p:nvSpPr>
        <p:spPr>
          <a:xfrm>
            <a:off x="0" y="2573775"/>
            <a:ext cx="967200" cy="25737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48"/>
          <p:cNvSpPr/>
          <p:nvPr/>
        </p:nvSpPr>
        <p:spPr>
          <a:xfrm>
            <a:off x="0" y="0"/>
            <a:ext cx="967200" cy="2573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48"/>
          <p:cNvSpPr txBox="1"/>
          <p:nvPr>
            <p:ph type="title"/>
          </p:nvPr>
        </p:nvSpPr>
        <p:spPr>
          <a:xfrm>
            <a:off x="1487875" y="1317700"/>
            <a:ext cx="7202100" cy="23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anken Grotesk"/>
              <a:buNone/>
              <a:defRPr b="1" sz="48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anken Grotesk"/>
              <a:buNone/>
              <a:defRPr b="1" sz="48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anken Grotesk"/>
              <a:buNone/>
              <a:defRPr b="1" sz="48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anken Grotesk"/>
              <a:buNone/>
              <a:defRPr b="1" sz="48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anken Grotesk"/>
              <a:buNone/>
              <a:defRPr b="1" sz="48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anken Grotesk"/>
              <a:buNone/>
              <a:defRPr b="1" sz="48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anken Grotesk"/>
              <a:buNone/>
              <a:defRPr b="1" sz="48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anken Grotesk"/>
              <a:buNone/>
              <a:defRPr b="1" sz="48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Font typeface="Hanken Grotesk"/>
              <a:buNone/>
              <a:defRPr b="1" sz="48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82" name="Google Shape;282;p48"/>
          <p:cNvSpPr txBox="1"/>
          <p:nvPr>
            <p:ph idx="1" type="subTitle"/>
          </p:nvPr>
        </p:nvSpPr>
        <p:spPr>
          <a:xfrm>
            <a:off x="1487875" y="4323300"/>
            <a:ext cx="72021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Hanken Grotesk"/>
              <a:buNone/>
              <a:defRPr b="1" sz="1400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Hanken Grotesk"/>
              <a:buNone/>
              <a:defRPr b="1" sz="21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Hanken Grotesk"/>
              <a:buNone/>
              <a:defRPr b="1" sz="21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Hanken Grotesk"/>
              <a:buNone/>
              <a:defRPr b="1" sz="21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Hanken Grotesk"/>
              <a:buNone/>
              <a:defRPr b="1" sz="21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Hanken Grotesk"/>
              <a:buNone/>
              <a:defRPr b="1" sz="21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Hanken Grotesk"/>
              <a:buNone/>
              <a:defRPr b="1" sz="21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Hanken Grotesk"/>
              <a:buNone/>
              <a:defRPr b="1" sz="21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Hanken Grotesk"/>
              <a:buNone/>
              <a:defRPr b="1" sz="21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eam members slide - v1">
  <p:cSld name="CUSTOM_14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9"/>
          <p:cNvSpPr/>
          <p:nvPr>
            <p:ph idx="2" type="pic"/>
          </p:nvPr>
        </p:nvSpPr>
        <p:spPr>
          <a:xfrm>
            <a:off x="835200" y="1418400"/>
            <a:ext cx="3574800" cy="19476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49"/>
          <p:cNvSpPr/>
          <p:nvPr/>
        </p:nvSpPr>
        <p:spPr>
          <a:xfrm>
            <a:off x="835200" y="3366000"/>
            <a:ext cx="3574800" cy="1237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49"/>
          <p:cNvSpPr/>
          <p:nvPr>
            <p:ph idx="3" type="pic"/>
          </p:nvPr>
        </p:nvSpPr>
        <p:spPr>
          <a:xfrm>
            <a:off x="4734000" y="1418400"/>
            <a:ext cx="3574800" cy="1947600"/>
          </a:xfrm>
          <a:prstGeom prst="rect">
            <a:avLst/>
          </a:prstGeom>
          <a:noFill/>
          <a:ln>
            <a:noFill/>
          </a:ln>
        </p:spPr>
      </p:sp>
      <p:sp>
        <p:nvSpPr>
          <p:cNvPr id="287" name="Google Shape;287;p49"/>
          <p:cNvSpPr/>
          <p:nvPr/>
        </p:nvSpPr>
        <p:spPr>
          <a:xfrm>
            <a:off x="4734000" y="3366000"/>
            <a:ext cx="3574800" cy="1237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49"/>
          <p:cNvSpPr txBox="1"/>
          <p:nvPr>
            <p:ph type="ctrTitle"/>
          </p:nvPr>
        </p:nvSpPr>
        <p:spPr>
          <a:xfrm>
            <a:off x="835200" y="349200"/>
            <a:ext cx="7473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289" name="Google Shape;289;p49"/>
          <p:cNvSpPr txBox="1"/>
          <p:nvPr>
            <p:ph idx="1" type="body"/>
          </p:nvPr>
        </p:nvSpPr>
        <p:spPr>
          <a:xfrm>
            <a:off x="900000" y="3947910"/>
            <a:ext cx="34452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0" name="Google Shape;290;p49"/>
          <p:cNvSpPr txBox="1"/>
          <p:nvPr>
            <p:ph idx="4" type="subTitle"/>
          </p:nvPr>
        </p:nvSpPr>
        <p:spPr>
          <a:xfrm>
            <a:off x="900000" y="3534076"/>
            <a:ext cx="34452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b="1" sz="14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91" name="Google Shape;291;p49"/>
          <p:cNvSpPr txBox="1"/>
          <p:nvPr>
            <p:ph idx="5" type="body"/>
          </p:nvPr>
        </p:nvSpPr>
        <p:spPr>
          <a:xfrm>
            <a:off x="4798800" y="3945732"/>
            <a:ext cx="3445200" cy="4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2" name="Google Shape;292;p49"/>
          <p:cNvSpPr txBox="1"/>
          <p:nvPr>
            <p:ph idx="6" type="subTitle"/>
          </p:nvPr>
        </p:nvSpPr>
        <p:spPr>
          <a:xfrm>
            <a:off x="4798800" y="3534076"/>
            <a:ext cx="3445200" cy="3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b="1" sz="14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eam Members slide - v2">
  <p:cSld name="CUSTOM_15"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0"/>
          <p:cNvSpPr/>
          <p:nvPr/>
        </p:nvSpPr>
        <p:spPr>
          <a:xfrm>
            <a:off x="10800" y="7200"/>
            <a:ext cx="9144000" cy="27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0"/>
          <p:cNvSpPr/>
          <p:nvPr>
            <p:ph idx="2" type="pic"/>
          </p:nvPr>
        </p:nvSpPr>
        <p:spPr>
          <a:xfrm>
            <a:off x="867600" y="856800"/>
            <a:ext cx="2174400" cy="2368800"/>
          </a:xfrm>
          <a:prstGeom prst="rect">
            <a:avLst/>
          </a:prstGeom>
          <a:noFill/>
          <a:ln>
            <a:noFill/>
          </a:ln>
        </p:spPr>
      </p:sp>
      <p:sp>
        <p:nvSpPr>
          <p:cNvPr id="296" name="Google Shape;296;p50"/>
          <p:cNvSpPr/>
          <p:nvPr/>
        </p:nvSpPr>
        <p:spPr>
          <a:xfrm>
            <a:off x="867600" y="3225600"/>
            <a:ext cx="2174400" cy="150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50"/>
          <p:cNvSpPr txBox="1"/>
          <p:nvPr>
            <p:ph idx="1" type="body"/>
          </p:nvPr>
        </p:nvSpPr>
        <p:spPr>
          <a:xfrm>
            <a:off x="907200" y="3928440"/>
            <a:ext cx="20952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8" name="Google Shape;298;p50"/>
          <p:cNvSpPr txBox="1"/>
          <p:nvPr>
            <p:ph idx="3" type="subTitle"/>
          </p:nvPr>
        </p:nvSpPr>
        <p:spPr>
          <a:xfrm>
            <a:off x="907200" y="3463551"/>
            <a:ext cx="20952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b="1" sz="14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299" name="Google Shape;299;p50"/>
          <p:cNvSpPr/>
          <p:nvPr>
            <p:ph idx="4" type="pic"/>
          </p:nvPr>
        </p:nvSpPr>
        <p:spPr>
          <a:xfrm>
            <a:off x="3132000" y="856800"/>
            <a:ext cx="2174400" cy="2368800"/>
          </a:xfrm>
          <a:prstGeom prst="rect">
            <a:avLst/>
          </a:prstGeom>
          <a:noFill/>
          <a:ln>
            <a:noFill/>
          </a:ln>
        </p:spPr>
      </p:sp>
      <p:sp>
        <p:nvSpPr>
          <p:cNvPr id="300" name="Google Shape;300;p50"/>
          <p:cNvSpPr/>
          <p:nvPr/>
        </p:nvSpPr>
        <p:spPr>
          <a:xfrm>
            <a:off x="3132000" y="3225600"/>
            <a:ext cx="2174400" cy="1507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50"/>
          <p:cNvSpPr txBox="1"/>
          <p:nvPr>
            <p:ph idx="5" type="body"/>
          </p:nvPr>
        </p:nvSpPr>
        <p:spPr>
          <a:xfrm>
            <a:off x="3171600" y="3928440"/>
            <a:ext cx="20952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2" name="Google Shape;302;p50"/>
          <p:cNvSpPr txBox="1"/>
          <p:nvPr>
            <p:ph idx="6" type="subTitle"/>
          </p:nvPr>
        </p:nvSpPr>
        <p:spPr>
          <a:xfrm>
            <a:off x="3171600" y="3463551"/>
            <a:ext cx="2095200" cy="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0000" spcFirstLastPara="1" rIns="9000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b="1" sz="14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03" name="Google Shape;303;p50"/>
          <p:cNvSpPr txBox="1"/>
          <p:nvPr>
            <p:ph type="ctrTitle"/>
          </p:nvPr>
        </p:nvSpPr>
        <p:spPr>
          <a:xfrm>
            <a:off x="5490000" y="856800"/>
            <a:ext cx="31674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eam Members slide - v3">
  <p:cSld name="CUSTOM_16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1"/>
          <p:cNvSpPr/>
          <p:nvPr/>
        </p:nvSpPr>
        <p:spPr>
          <a:xfrm>
            <a:off x="4482000" y="1058400"/>
            <a:ext cx="4179900" cy="142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51"/>
          <p:cNvSpPr/>
          <p:nvPr>
            <p:ph idx="2" type="pic"/>
          </p:nvPr>
        </p:nvSpPr>
        <p:spPr>
          <a:xfrm>
            <a:off x="4636800" y="867600"/>
            <a:ext cx="892800" cy="89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7" name="Google Shape;307;p51"/>
          <p:cNvSpPr/>
          <p:nvPr/>
        </p:nvSpPr>
        <p:spPr>
          <a:xfrm>
            <a:off x="4636800" y="867600"/>
            <a:ext cx="892800" cy="8928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08" name="Google Shape;308;p51"/>
          <p:cNvSpPr txBox="1"/>
          <p:nvPr>
            <p:ph idx="1" type="body"/>
          </p:nvPr>
        </p:nvSpPr>
        <p:spPr>
          <a:xfrm>
            <a:off x="5680800" y="1789025"/>
            <a:ext cx="27429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9" name="Google Shape;309;p51"/>
          <p:cNvSpPr txBox="1"/>
          <p:nvPr>
            <p:ph idx="3" type="subTitle"/>
          </p:nvPr>
        </p:nvSpPr>
        <p:spPr>
          <a:xfrm>
            <a:off x="5680800" y="1321025"/>
            <a:ext cx="27429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b="1" sz="14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0" name="Google Shape;310;p51"/>
          <p:cNvSpPr/>
          <p:nvPr/>
        </p:nvSpPr>
        <p:spPr>
          <a:xfrm>
            <a:off x="4482000" y="2844000"/>
            <a:ext cx="4179900" cy="1429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51"/>
          <p:cNvSpPr/>
          <p:nvPr>
            <p:ph idx="4" type="pic"/>
          </p:nvPr>
        </p:nvSpPr>
        <p:spPr>
          <a:xfrm>
            <a:off x="4636800" y="2653200"/>
            <a:ext cx="892800" cy="89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2" name="Google Shape;312;p51"/>
          <p:cNvSpPr/>
          <p:nvPr/>
        </p:nvSpPr>
        <p:spPr>
          <a:xfrm>
            <a:off x="4636800" y="2653200"/>
            <a:ext cx="892800" cy="8928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13" name="Google Shape;313;p51"/>
          <p:cNvSpPr txBox="1"/>
          <p:nvPr>
            <p:ph idx="5" type="body"/>
          </p:nvPr>
        </p:nvSpPr>
        <p:spPr>
          <a:xfrm>
            <a:off x="5680800" y="3574625"/>
            <a:ext cx="27429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51"/>
          <p:cNvSpPr txBox="1"/>
          <p:nvPr>
            <p:ph idx="6" type="subTitle"/>
          </p:nvPr>
        </p:nvSpPr>
        <p:spPr>
          <a:xfrm>
            <a:off x="5680800" y="3106625"/>
            <a:ext cx="27429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b="1" sz="14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15" name="Google Shape;315;p51"/>
          <p:cNvSpPr txBox="1"/>
          <p:nvPr>
            <p:ph type="ctrTitle"/>
          </p:nvPr>
        </p:nvSpPr>
        <p:spPr>
          <a:xfrm>
            <a:off x="892800" y="1058400"/>
            <a:ext cx="33336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cxnSp>
        <p:nvCxnSpPr>
          <p:cNvPr id="316" name="Google Shape;316;p51"/>
          <p:cNvCxnSpPr/>
          <p:nvPr/>
        </p:nvCxnSpPr>
        <p:spPr>
          <a:xfrm>
            <a:off x="998470" y="489236"/>
            <a:ext cx="9618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eam Members slide - v1">
  <p:cSld name="CUSTOM_17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2"/>
          <p:cNvSpPr/>
          <p:nvPr/>
        </p:nvSpPr>
        <p:spPr>
          <a:xfrm>
            <a:off x="1163675" y="1295525"/>
            <a:ext cx="1796100" cy="316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52"/>
          <p:cNvSpPr/>
          <p:nvPr/>
        </p:nvSpPr>
        <p:spPr>
          <a:xfrm>
            <a:off x="1163675" y="4385475"/>
            <a:ext cx="1796100" cy="74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52"/>
          <p:cNvSpPr/>
          <p:nvPr/>
        </p:nvSpPr>
        <p:spPr>
          <a:xfrm>
            <a:off x="3701575" y="1295525"/>
            <a:ext cx="1796100" cy="316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52"/>
          <p:cNvSpPr/>
          <p:nvPr/>
        </p:nvSpPr>
        <p:spPr>
          <a:xfrm>
            <a:off x="3701575" y="4385475"/>
            <a:ext cx="1796100" cy="74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52"/>
          <p:cNvSpPr/>
          <p:nvPr/>
        </p:nvSpPr>
        <p:spPr>
          <a:xfrm>
            <a:off x="6239475" y="1295525"/>
            <a:ext cx="1796100" cy="3164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52"/>
          <p:cNvSpPr/>
          <p:nvPr/>
        </p:nvSpPr>
        <p:spPr>
          <a:xfrm>
            <a:off x="6239475" y="4385475"/>
            <a:ext cx="1796100" cy="741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52"/>
          <p:cNvSpPr/>
          <p:nvPr>
            <p:ph idx="2" type="pic"/>
          </p:nvPr>
        </p:nvSpPr>
        <p:spPr>
          <a:xfrm>
            <a:off x="1306800" y="1461600"/>
            <a:ext cx="1508400" cy="150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52"/>
          <p:cNvSpPr txBox="1"/>
          <p:nvPr>
            <p:ph idx="1" type="body"/>
          </p:nvPr>
        </p:nvSpPr>
        <p:spPr>
          <a:xfrm>
            <a:off x="1306800" y="3636000"/>
            <a:ext cx="1508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6" name="Google Shape;326;p52"/>
          <p:cNvSpPr txBox="1"/>
          <p:nvPr>
            <p:ph idx="3" type="subTitle"/>
          </p:nvPr>
        </p:nvSpPr>
        <p:spPr>
          <a:xfrm>
            <a:off x="1306800" y="3096000"/>
            <a:ext cx="1508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27" name="Google Shape;327;p52"/>
          <p:cNvSpPr/>
          <p:nvPr>
            <p:ph idx="4" type="pic"/>
          </p:nvPr>
        </p:nvSpPr>
        <p:spPr>
          <a:xfrm>
            <a:off x="3844800" y="1461600"/>
            <a:ext cx="1508400" cy="150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52"/>
          <p:cNvSpPr txBox="1"/>
          <p:nvPr>
            <p:ph idx="5" type="body"/>
          </p:nvPr>
        </p:nvSpPr>
        <p:spPr>
          <a:xfrm>
            <a:off x="3844800" y="3636000"/>
            <a:ext cx="1508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9" name="Google Shape;329;p52"/>
          <p:cNvSpPr txBox="1"/>
          <p:nvPr>
            <p:ph idx="6" type="subTitle"/>
          </p:nvPr>
        </p:nvSpPr>
        <p:spPr>
          <a:xfrm>
            <a:off x="3844800" y="3096000"/>
            <a:ext cx="1508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30" name="Google Shape;330;p52"/>
          <p:cNvSpPr/>
          <p:nvPr>
            <p:ph idx="7" type="pic"/>
          </p:nvPr>
        </p:nvSpPr>
        <p:spPr>
          <a:xfrm>
            <a:off x="6382800" y="1461600"/>
            <a:ext cx="1508400" cy="1508400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52"/>
          <p:cNvSpPr txBox="1"/>
          <p:nvPr>
            <p:ph idx="8" type="body"/>
          </p:nvPr>
        </p:nvSpPr>
        <p:spPr>
          <a:xfrm>
            <a:off x="6382800" y="3636000"/>
            <a:ext cx="1508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32" name="Google Shape;332;p52"/>
          <p:cNvSpPr txBox="1"/>
          <p:nvPr>
            <p:ph idx="9" type="subTitle"/>
          </p:nvPr>
        </p:nvSpPr>
        <p:spPr>
          <a:xfrm>
            <a:off x="6382800" y="3096000"/>
            <a:ext cx="1508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33" name="Google Shape;333;p52"/>
          <p:cNvSpPr txBox="1"/>
          <p:nvPr>
            <p:ph type="ctrTitle"/>
          </p:nvPr>
        </p:nvSpPr>
        <p:spPr>
          <a:xfrm>
            <a:off x="1162800" y="360000"/>
            <a:ext cx="68724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eam Members  slide - v2">
  <p:cSld name="CUSTOM_18"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3"/>
          <p:cNvSpPr/>
          <p:nvPr/>
        </p:nvSpPr>
        <p:spPr>
          <a:xfrm>
            <a:off x="2848525" y="1103550"/>
            <a:ext cx="1796100" cy="311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53"/>
          <p:cNvSpPr/>
          <p:nvPr/>
        </p:nvSpPr>
        <p:spPr>
          <a:xfrm>
            <a:off x="4908200" y="1103550"/>
            <a:ext cx="1796100" cy="311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53"/>
          <p:cNvSpPr/>
          <p:nvPr/>
        </p:nvSpPr>
        <p:spPr>
          <a:xfrm>
            <a:off x="6967875" y="1103550"/>
            <a:ext cx="1796100" cy="3113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53"/>
          <p:cNvSpPr/>
          <p:nvPr>
            <p:ph idx="2" type="pic"/>
          </p:nvPr>
        </p:nvSpPr>
        <p:spPr>
          <a:xfrm>
            <a:off x="2991600" y="1270800"/>
            <a:ext cx="1508400" cy="15084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53"/>
          <p:cNvSpPr/>
          <p:nvPr>
            <p:ph idx="3" type="pic"/>
          </p:nvPr>
        </p:nvSpPr>
        <p:spPr>
          <a:xfrm>
            <a:off x="5054400" y="1270800"/>
            <a:ext cx="1508400" cy="15084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53"/>
          <p:cNvSpPr/>
          <p:nvPr>
            <p:ph idx="4" type="pic"/>
          </p:nvPr>
        </p:nvSpPr>
        <p:spPr>
          <a:xfrm>
            <a:off x="7113600" y="1270800"/>
            <a:ext cx="1508400" cy="1508400"/>
          </a:xfrm>
          <a:prstGeom prst="rect">
            <a:avLst/>
          </a:prstGeom>
          <a:noFill/>
          <a:ln>
            <a:noFill/>
          </a:ln>
        </p:spPr>
      </p:sp>
      <p:sp>
        <p:nvSpPr>
          <p:cNvPr id="341" name="Google Shape;341;p53"/>
          <p:cNvSpPr txBox="1"/>
          <p:nvPr>
            <p:ph idx="1" type="body"/>
          </p:nvPr>
        </p:nvSpPr>
        <p:spPr>
          <a:xfrm>
            <a:off x="2991600" y="3435275"/>
            <a:ext cx="1508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2" name="Google Shape;342;p53"/>
          <p:cNvSpPr txBox="1"/>
          <p:nvPr>
            <p:ph idx="5" type="subTitle"/>
          </p:nvPr>
        </p:nvSpPr>
        <p:spPr>
          <a:xfrm>
            <a:off x="2991600" y="2895275"/>
            <a:ext cx="1508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43" name="Google Shape;343;p53"/>
          <p:cNvSpPr txBox="1"/>
          <p:nvPr>
            <p:ph idx="6" type="body"/>
          </p:nvPr>
        </p:nvSpPr>
        <p:spPr>
          <a:xfrm>
            <a:off x="7113600" y="3435275"/>
            <a:ext cx="1508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44" name="Google Shape;344;p53"/>
          <p:cNvSpPr txBox="1"/>
          <p:nvPr>
            <p:ph idx="7" type="subTitle"/>
          </p:nvPr>
        </p:nvSpPr>
        <p:spPr>
          <a:xfrm>
            <a:off x="7113600" y="2895275"/>
            <a:ext cx="1508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45" name="Google Shape;345;p53"/>
          <p:cNvSpPr txBox="1"/>
          <p:nvPr>
            <p:ph idx="8" type="body"/>
          </p:nvPr>
        </p:nvSpPr>
        <p:spPr>
          <a:xfrm>
            <a:off x="5054400" y="3435275"/>
            <a:ext cx="1508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46" name="Google Shape;346;p53"/>
          <p:cNvSpPr txBox="1"/>
          <p:nvPr>
            <p:ph idx="9" type="subTitle"/>
          </p:nvPr>
        </p:nvSpPr>
        <p:spPr>
          <a:xfrm>
            <a:off x="5054400" y="2895275"/>
            <a:ext cx="15084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b="1" sz="14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47" name="Google Shape;347;p53"/>
          <p:cNvSpPr txBox="1"/>
          <p:nvPr>
            <p:ph type="ctrTitle"/>
          </p:nvPr>
        </p:nvSpPr>
        <p:spPr>
          <a:xfrm>
            <a:off x="307200" y="1103550"/>
            <a:ext cx="22779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Team Members  slide - v3">
  <p:cSld name="CUSTOM_19"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4"/>
          <p:cNvSpPr/>
          <p:nvPr/>
        </p:nvSpPr>
        <p:spPr>
          <a:xfrm>
            <a:off x="-1350" y="2396925"/>
            <a:ext cx="9144000" cy="2746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54"/>
          <p:cNvSpPr/>
          <p:nvPr>
            <p:ph idx="2" type="pic"/>
          </p:nvPr>
        </p:nvSpPr>
        <p:spPr>
          <a:xfrm>
            <a:off x="1350000" y="1612800"/>
            <a:ext cx="1432800" cy="143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1" name="Google Shape;351;p54"/>
          <p:cNvSpPr/>
          <p:nvPr/>
        </p:nvSpPr>
        <p:spPr>
          <a:xfrm>
            <a:off x="1350000" y="1612800"/>
            <a:ext cx="1432800" cy="14328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52" name="Google Shape;352;p54"/>
          <p:cNvSpPr txBox="1"/>
          <p:nvPr>
            <p:ph idx="1" type="body"/>
          </p:nvPr>
        </p:nvSpPr>
        <p:spPr>
          <a:xfrm>
            <a:off x="1098000" y="3711600"/>
            <a:ext cx="19404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3" name="Google Shape;353;p54"/>
          <p:cNvSpPr txBox="1"/>
          <p:nvPr>
            <p:ph idx="3" type="subTitle"/>
          </p:nvPr>
        </p:nvSpPr>
        <p:spPr>
          <a:xfrm>
            <a:off x="1098000" y="3175200"/>
            <a:ext cx="19404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b="1" sz="14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54" name="Google Shape;354;p54"/>
          <p:cNvSpPr/>
          <p:nvPr>
            <p:ph idx="4" type="pic"/>
          </p:nvPr>
        </p:nvSpPr>
        <p:spPr>
          <a:xfrm>
            <a:off x="3852000" y="1612800"/>
            <a:ext cx="1432800" cy="143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5" name="Google Shape;355;p54"/>
          <p:cNvSpPr/>
          <p:nvPr/>
        </p:nvSpPr>
        <p:spPr>
          <a:xfrm>
            <a:off x="3852000" y="1612800"/>
            <a:ext cx="1432800" cy="14328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56" name="Google Shape;356;p54"/>
          <p:cNvSpPr txBox="1"/>
          <p:nvPr>
            <p:ph idx="5" type="body"/>
          </p:nvPr>
        </p:nvSpPr>
        <p:spPr>
          <a:xfrm>
            <a:off x="3600000" y="3711600"/>
            <a:ext cx="19404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7" name="Google Shape;357;p54"/>
          <p:cNvSpPr txBox="1"/>
          <p:nvPr>
            <p:ph idx="6" type="subTitle"/>
          </p:nvPr>
        </p:nvSpPr>
        <p:spPr>
          <a:xfrm>
            <a:off x="3600000" y="3175200"/>
            <a:ext cx="19404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b="1" sz="14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58" name="Google Shape;358;p54"/>
          <p:cNvSpPr/>
          <p:nvPr>
            <p:ph idx="7" type="pic"/>
          </p:nvPr>
        </p:nvSpPr>
        <p:spPr>
          <a:xfrm>
            <a:off x="6357600" y="1612800"/>
            <a:ext cx="1432800" cy="143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9" name="Google Shape;359;p54"/>
          <p:cNvSpPr/>
          <p:nvPr/>
        </p:nvSpPr>
        <p:spPr>
          <a:xfrm>
            <a:off x="6357600" y="1612800"/>
            <a:ext cx="1432800" cy="14328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60" name="Google Shape;360;p54"/>
          <p:cNvSpPr txBox="1"/>
          <p:nvPr>
            <p:ph idx="8" type="body"/>
          </p:nvPr>
        </p:nvSpPr>
        <p:spPr>
          <a:xfrm>
            <a:off x="6105600" y="3711600"/>
            <a:ext cx="1940400" cy="5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1" name="Google Shape;361;p54"/>
          <p:cNvSpPr txBox="1"/>
          <p:nvPr>
            <p:ph idx="9" type="subTitle"/>
          </p:nvPr>
        </p:nvSpPr>
        <p:spPr>
          <a:xfrm>
            <a:off x="6105600" y="3175200"/>
            <a:ext cx="19404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b="1" sz="14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2" name="Google Shape;362;p54"/>
          <p:cNvSpPr txBox="1"/>
          <p:nvPr>
            <p:ph type="ctrTitle"/>
          </p:nvPr>
        </p:nvSpPr>
        <p:spPr>
          <a:xfrm>
            <a:off x="882000" y="435600"/>
            <a:ext cx="73584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Team Members  slide - v1">
  <p:cSld name="CUSTOM_20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5"/>
          <p:cNvSpPr/>
          <p:nvPr>
            <p:ph idx="2" type="pic"/>
          </p:nvPr>
        </p:nvSpPr>
        <p:spPr>
          <a:xfrm>
            <a:off x="392400" y="1482488"/>
            <a:ext cx="1947600" cy="1706400"/>
          </a:xfrm>
          <a:prstGeom prst="rect">
            <a:avLst/>
          </a:prstGeom>
          <a:noFill/>
          <a:ln>
            <a:noFill/>
          </a:ln>
        </p:spPr>
      </p:sp>
      <p:sp>
        <p:nvSpPr>
          <p:cNvPr id="365" name="Google Shape;365;p55"/>
          <p:cNvSpPr txBox="1"/>
          <p:nvPr>
            <p:ph idx="1" type="body"/>
          </p:nvPr>
        </p:nvSpPr>
        <p:spPr>
          <a:xfrm>
            <a:off x="399600" y="3914583"/>
            <a:ext cx="19476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66" name="Google Shape;366;p55"/>
          <p:cNvSpPr txBox="1"/>
          <p:nvPr>
            <p:ph idx="3" type="subTitle"/>
          </p:nvPr>
        </p:nvSpPr>
        <p:spPr>
          <a:xfrm>
            <a:off x="399600" y="3369563"/>
            <a:ext cx="19476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67" name="Google Shape;367;p55"/>
          <p:cNvSpPr/>
          <p:nvPr/>
        </p:nvSpPr>
        <p:spPr>
          <a:xfrm>
            <a:off x="393500" y="4687850"/>
            <a:ext cx="1946100" cy="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55"/>
          <p:cNvSpPr/>
          <p:nvPr>
            <p:ph idx="4" type="pic"/>
          </p:nvPr>
        </p:nvSpPr>
        <p:spPr>
          <a:xfrm>
            <a:off x="2527200" y="1482488"/>
            <a:ext cx="1947600" cy="1706400"/>
          </a:xfrm>
          <a:prstGeom prst="rect">
            <a:avLst/>
          </a:prstGeom>
          <a:noFill/>
          <a:ln>
            <a:noFill/>
          </a:ln>
        </p:spPr>
      </p:sp>
      <p:sp>
        <p:nvSpPr>
          <p:cNvPr id="369" name="Google Shape;369;p55"/>
          <p:cNvSpPr txBox="1"/>
          <p:nvPr>
            <p:ph idx="5" type="body"/>
          </p:nvPr>
        </p:nvSpPr>
        <p:spPr>
          <a:xfrm>
            <a:off x="2534400" y="3914583"/>
            <a:ext cx="19476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70" name="Google Shape;370;p55"/>
          <p:cNvSpPr txBox="1"/>
          <p:nvPr>
            <p:ph idx="6" type="subTitle"/>
          </p:nvPr>
        </p:nvSpPr>
        <p:spPr>
          <a:xfrm>
            <a:off x="2534400" y="3369563"/>
            <a:ext cx="19476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71" name="Google Shape;371;p55"/>
          <p:cNvSpPr/>
          <p:nvPr/>
        </p:nvSpPr>
        <p:spPr>
          <a:xfrm>
            <a:off x="2528300" y="4687850"/>
            <a:ext cx="1946100" cy="8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55"/>
          <p:cNvSpPr/>
          <p:nvPr>
            <p:ph idx="7" type="pic"/>
          </p:nvPr>
        </p:nvSpPr>
        <p:spPr>
          <a:xfrm>
            <a:off x="4658400" y="1482488"/>
            <a:ext cx="1947600" cy="17064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55"/>
          <p:cNvSpPr txBox="1"/>
          <p:nvPr>
            <p:ph idx="8" type="body"/>
          </p:nvPr>
        </p:nvSpPr>
        <p:spPr>
          <a:xfrm>
            <a:off x="4665600" y="3914583"/>
            <a:ext cx="19476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74" name="Google Shape;374;p55"/>
          <p:cNvSpPr txBox="1"/>
          <p:nvPr>
            <p:ph idx="9" type="subTitle"/>
          </p:nvPr>
        </p:nvSpPr>
        <p:spPr>
          <a:xfrm>
            <a:off x="4665600" y="3369563"/>
            <a:ext cx="19476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75" name="Google Shape;375;p55"/>
          <p:cNvSpPr/>
          <p:nvPr/>
        </p:nvSpPr>
        <p:spPr>
          <a:xfrm>
            <a:off x="4659500" y="4687850"/>
            <a:ext cx="1946100" cy="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55"/>
          <p:cNvSpPr/>
          <p:nvPr>
            <p:ph idx="13" type="pic"/>
          </p:nvPr>
        </p:nvSpPr>
        <p:spPr>
          <a:xfrm>
            <a:off x="6789600" y="1482488"/>
            <a:ext cx="1947600" cy="1706400"/>
          </a:xfrm>
          <a:prstGeom prst="rect">
            <a:avLst/>
          </a:prstGeom>
          <a:noFill/>
          <a:ln>
            <a:noFill/>
          </a:ln>
        </p:spPr>
      </p:sp>
      <p:sp>
        <p:nvSpPr>
          <p:cNvPr id="377" name="Google Shape;377;p55"/>
          <p:cNvSpPr txBox="1"/>
          <p:nvPr>
            <p:ph idx="14" type="body"/>
          </p:nvPr>
        </p:nvSpPr>
        <p:spPr>
          <a:xfrm>
            <a:off x="6796800" y="3914583"/>
            <a:ext cx="19476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78" name="Google Shape;378;p55"/>
          <p:cNvSpPr txBox="1"/>
          <p:nvPr>
            <p:ph idx="15" type="subTitle"/>
          </p:nvPr>
        </p:nvSpPr>
        <p:spPr>
          <a:xfrm>
            <a:off x="6796800" y="3369563"/>
            <a:ext cx="19476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79" name="Google Shape;379;p55"/>
          <p:cNvSpPr/>
          <p:nvPr/>
        </p:nvSpPr>
        <p:spPr>
          <a:xfrm>
            <a:off x="6790700" y="4687850"/>
            <a:ext cx="1946100" cy="88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55"/>
          <p:cNvSpPr txBox="1"/>
          <p:nvPr>
            <p:ph type="ctrTitle"/>
          </p:nvPr>
        </p:nvSpPr>
        <p:spPr>
          <a:xfrm>
            <a:off x="892800" y="532800"/>
            <a:ext cx="73584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Team Members  slide - v2">
  <p:cSld name="CUSTOM_21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56"/>
          <p:cNvSpPr/>
          <p:nvPr/>
        </p:nvSpPr>
        <p:spPr>
          <a:xfrm>
            <a:off x="1177775" y="1814700"/>
            <a:ext cx="3158100" cy="103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56"/>
          <p:cNvSpPr/>
          <p:nvPr>
            <p:ph idx="2" type="pic"/>
          </p:nvPr>
        </p:nvSpPr>
        <p:spPr>
          <a:xfrm>
            <a:off x="611225" y="1775675"/>
            <a:ext cx="1112400" cy="11124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56"/>
          <p:cNvSpPr/>
          <p:nvPr/>
        </p:nvSpPr>
        <p:spPr>
          <a:xfrm>
            <a:off x="611225" y="1775675"/>
            <a:ext cx="1112400" cy="11124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85" name="Google Shape;385;p56"/>
          <p:cNvSpPr txBox="1"/>
          <p:nvPr>
            <p:ph idx="1" type="body"/>
          </p:nvPr>
        </p:nvSpPr>
        <p:spPr>
          <a:xfrm>
            <a:off x="1838825" y="2373275"/>
            <a:ext cx="23880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6" name="Google Shape;386;p56"/>
          <p:cNvSpPr txBox="1"/>
          <p:nvPr>
            <p:ph idx="3" type="subTitle"/>
          </p:nvPr>
        </p:nvSpPr>
        <p:spPr>
          <a:xfrm>
            <a:off x="1838825" y="1883675"/>
            <a:ext cx="23880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b="1" sz="14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87" name="Google Shape;387;p56"/>
          <p:cNvSpPr txBox="1"/>
          <p:nvPr>
            <p:ph type="ctrTitle"/>
          </p:nvPr>
        </p:nvSpPr>
        <p:spPr>
          <a:xfrm>
            <a:off x="892800" y="559425"/>
            <a:ext cx="73584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388" name="Google Shape;388;p56"/>
          <p:cNvSpPr/>
          <p:nvPr/>
        </p:nvSpPr>
        <p:spPr>
          <a:xfrm>
            <a:off x="5255675" y="1814725"/>
            <a:ext cx="3158100" cy="103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56"/>
          <p:cNvSpPr/>
          <p:nvPr>
            <p:ph idx="4" type="pic"/>
          </p:nvPr>
        </p:nvSpPr>
        <p:spPr>
          <a:xfrm>
            <a:off x="4689125" y="1775700"/>
            <a:ext cx="1112400" cy="11124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p56"/>
          <p:cNvSpPr/>
          <p:nvPr/>
        </p:nvSpPr>
        <p:spPr>
          <a:xfrm>
            <a:off x="4689125" y="1775700"/>
            <a:ext cx="1112400" cy="11124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91" name="Google Shape;391;p56"/>
          <p:cNvSpPr txBox="1"/>
          <p:nvPr>
            <p:ph idx="5" type="body"/>
          </p:nvPr>
        </p:nvSpPr>
        <p:spPr>
          <a:xfrm>
            <a:off x="5916725" y="2373300"/>
            <a:ext cx="23880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2" name="Google Shape;392;p56"/>
          <p:cNvSpPr txBox="1"/>
          <p:nvPr>
            <p:ph idx="6" type="subTitle"/>
          </p:nvPr>
        </p:nvSpPr>
        <p:spPr>
          <a:xfrm>
            <a:off x="5916725" y="1883700"/>
            <a:ext cx="23880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b="1" sz="14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93" name="Google Shape;393;p56"/>
          <p:cNvSpPr/>
          <p:nvPr/>
        </p:nvSpPr>
        <p:spPr>
          <a:xfrm>
            <a:off x="1177775" y="3286700"/>
            <a:ext cx="3158100" cy="103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56"/>
          <p:cNvSpPr/>
          <p:nvPr>
            <p:ph idx="7" type="pic"/>
          </p:nvPr>
        </p:nvSpPr>
        <p:spPr>
          <a:xfrm>
            <a:off x="611225" y="3247675"/>
            <a:ext cx="1112400" cy="11124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56"/>
          <p:cNvSpPr/>
          <p:nvPr/>
        </p:nvSpPr>
        <p:spPr>
          <a:xfrm>
            <a:off x="611225" y="3247675"/>
            <a:ext cx="1112400" cy="11124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396" name="Google Shape;396;p56"/>
          <p:cNvSpPr txBox="1"/>
          <p:nvPr>
            <p:ph idx="8" type="body"/>
          </p:nvPr>
        </p:nvSpPr>
        <p:spPr>
          <a:xfrm>
            <a:off x="1838825" y="3845275"/>
            <a:ext cx="23880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7" name="Google Shape;397;p56"/>
          <p:cNvSpPr txBox="1"/>
          <p:nvPr>
            <p:ph idx="9" type="subTitle"/>
          </p:nvPr>
        </p:nvSpPr>
        <p:spPr>
          <a:xfrm>
            <a:off x="1838825" y="3355675"/>
            <a:ext cx="23880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b="1" sz="14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398" name="Google Shape;398;p56"/>
          <p:cNvSpPr/>
          <p:nvPr/>
        </p:nvSpPr>
        <p:spPr>
          <a:xfrm>
            <a:off x="5255675" y="3286725"/>
            <a:ext cx="3158100" cy="103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56"/>
          <p:cNvSpPr/>
          <p:nvPr>
            <p:ph idx="13" type="pic"/>
          </p:nvPr>
        </p:nvSpPr>
        <p:spPr>
          <a:xfrm>
            <a:off x="4689125" y="3247700"/>
            <a:ext cx="1112400" cy="11124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0" name="Google Shape;400;p56"/>
          <p:cNvSpPr/>
          <p:nvPr/>
        </p:nvSpPr>
        <p:spPr>
          <a:xfrm>
            <a:off x="4689125" y="3247700"/>
            <a:ext cx="1112400" cy="11124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01" name="Google Shape;401;p56"/>
          <p:cNvSpPr txBox="1"/>
          <p:nvPr>
            <p:ph idx="14" type="body"/>
          </p:nvPr>
        </p:nvSpPr>
        <p:spPr>
          <a:xfrm>
            <a:off x="5916725" y="3845300"/>
            <a:ext cx="2388000" cy="4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2" name="Google Shape;402;p56"/>
          <p:cNvSpPr txBox="1"/>
          <p:nvPr>
            <p:ph idx="15" type="subTitle"/>
          </p:nvPr>
        </p:nvSpPr>
        <p:spPr>
          <a:xfrm>
            <a:off x="5916725" y="3355700"/>
            <a:ext cx="2388000" cy="4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b="1" sz="14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Team Members  slide - v3">
  <p:cSld name="CUSTOM_22"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57"/>
          <p:cNvSpPr/>
          <p:nvPr/>
        </p:nvSpPr>
        <p:spPr>
          <a:xfrm>
            <a:off x="6150" y="-15975"/>
            <a:ext cx="9144000" cy="2693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57"/>
          <p:cNvSpPr/>
          <p:nvPr>
            <p:ph idx="2" type="pic"/>
          </p:nvPr>
        </p:nvSpPr>
        <p:spPr>
          <a:xfrm>
            <a:off x="381600" y="1173600"/>
            <a:ext cx="2012400" cy="25092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57"/>
          <p:cNvSpPr/>
          <p:nvPr/>
        </p:nvSpPr>
        <p:spPr>
          <a:xfrm>
            <a:off x="380325" y="1085850"/>
            <a:ext cx="2011800" cy="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57"/>
          <p:cNvSpPr txBox="1"/>
          <p:nvPr>
            <p:ph idx="1" type="body"/>
          </p:nvPr>
        </p:nvSpPr>
        <p:spPr>
          <a:xfrm>
            <a:off x="402300" y="4373404"/>
            <a:ext cx="20124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08" name="Google Shape;408;p57"/>
          <p:cNvSpPr txBox="1"/>
          <p:nvPr>
            <p:ph idx="3" type="subTitle"/>
          </p:nvPr>
        </p:nvSpPr>
        <p:spPr>
          <a:xfrm>
            <a:off x="402300" y="3816713"/>
            <a:ext cx="20124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09" name="Google Shape;409;p57"/>
          <p:cNvSpPr/>
          <p:nvPr>
            <p:ph idx="4" type="pic"/>
          </p:nvPr>
        </p:nvSpPr>
        <p:spPr>
          <a:xfrm>
            <a:off x="2528475" y="1174866"/>
            <a:ext cx="2012400" cy="2509200"/>
          </a:xfrm>
          <a:prstGeom prst="rect">
            <a:avLst/>
          </a:prstGeom>
          <a:noFill/>
          <a:ln>
            <a:noFill/>
          </a:ln>
        </p:spPr>
      </p:sp>
      <p:sp>
        <p:nvSpPr>
          <p:cNvPr id="410" name="Google Shape;410;p57"/>
          <p:cNvSpPr/>
          <p:nvPr/>
        </p:nvSpPr>
        <p:spPr>
          <a:xfrm>
            <a:off x="2527200" y="1087200"/>
            <a:ext cx="2011800" cy="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57"/>
          <p:cNvSpPr txBox="1"/>
          <p:nvPr>
            <p:ph idx="5" type="body"/>
          </p:nvPr>
        </p:nvSpPr>
        <p:spPr>
          <a:xfrm>
            <a:off x="2549175" y="4374994"/>
            <a:ext cx="20124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2" name="Google Shape;412;p57"/>
          <p:cNvSpPr txBox="1"/>
          <p:nvPr>
            <p:ph idx="6" type="subTitle"/>
          </p:nvPr>
        </p:nvSpPr>
        <p:spPr>
          <a:xfrm>
            <a:off x="2549175" y="3818302"/>
            <a:ext cx="20124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13" name="Google Shape;413;p57"/>
          <p:cNvSpPr/>
          <p:nvPr>
            <p:ph idx="7" type="pic"/>
          </p:nvPr>
        </p:nvSpPr>
        <p:spPr>
          <a:xfrm>
            <a:off x="4648875" y="1174866"/>
            <a:ext cx="2012400" cy="25092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57"/>
          <p:cNvSpPr/>
          <p:nvPr/>
        </p:nvSpPr>
        <p:spPr>
          <a:xfrm>
            <a:off x="4647600" y="1087200"/>
            <a:ext cx="2011800" cy="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57"/>
          <p:cNvSpPr txBox="1"/>
          <p:nvPr>
            <p:ph idx="8" type="body"/>
          </p:nvPr>
        </p:nvSpPr>
        <p:spPr>
          <a:xfrm>
            <a:off x="4669575" y="4374994"/>
            <a:ext cx="20124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16" name="Google Shape;416;p57"/>
          <p:cNvSpPr txBox="1"/>
          <p:nvPr>
            <p:ph idx="9" type="subTitle"/>
          </p:nvPr>
        </p:nvSpPr>
        <p:spPr>
          <a:xfrm>
            <a:off x="4669575" y="3818302"/>
            <a:ext cx="20124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17" name="Google Shape;417;p57"/>
          <p:cNvSpPr/>
          <p:nvPr>
            <p:ph idx="13" type="pic"/>
          </p:nvPr>
        </p:nvSpPr>
        <p:spPr>
          <a:xfrm>
            <a:off x="6765675" y="1174866"/>
            <a:ext cx="2012400" cy="25092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57"/>
          <p:cNvSpPr/>
          <p:nvPr/>
        </p:nvSpPr>
        <p:spPr>
          <a:xfrm>
            <a:off x="6764400" y="1087200"/>
            <a:ext cx="2011800" cy="88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57"/>
          <p:cNvSpPr txBox="1"/>
          <p:nvPr>
            <p:ph idx="14" type="body"/>
          </p:nvPr>
        </p:nvSpPr>
        <p:spPr>
          <a:xfrm>
            <a:off x="6786375" y="4374994"/>
            <a:ext cx="20124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20" name="Google Shape;420;p57"/>
          <p:cNvSpPr txBox="1"/>
          <p:nvPr>
            <p:ph idx="15" type="subTitle"/>
          </p:nvPr>
        </p:nvSpPr>
        <p:spPr>
          <a:xfrm>
            <a:off x="6786375" y="3818302"/>
            <a:ext cx="20124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421" name="Google Shape;421;p57"/>
          <p:cNvSpPr txBox="1"/>
          <p:nvPr>
            <p:ph type="ctrTitle"/>
          </p:nvPr>
        </p:nvSpPr>
        <p:spPr>
          <a:xfrm>
            <a:off x="345825" y="265275"/>
            <a:ext cx="8430300" cy="5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ricing Plans">
  <p:cSld name="CUSTOM_25"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58"/>
          <p:cNvSpPr/>
          <p:nvPr/>
        </p:nvSpPr>
        <p:spPr>
          <a:xfrm>
            <a:off x="0" y="3200400"/>
            <a:ext cx="9144000" cy="1943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24" name="Google Shape;424;p58"/>
          <p:cNvSpPr/>
          <p:nvPr/>
        </p:nvSpPr>
        <p:spPr>
          <a:xfrm>
            <a:off x="1580381" y="2446815"/>
            <a:ext cx="1871400" cy="1943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sp>
        <p:nvSpPr>
          <p:cNvPr id="425" name="Google Shape;425;p58"/>
          <p:cNvSpPr/>
          <p:nvPr/>
        </p:nvSpPr>
        <p:spPr>
          <a:xfrm>
            <a:off x="1580388" y="2446820"/>
            <a:ext cx="1871400" cy="89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sp>
        <p:nvSpPr>
          <p:cNvPr id="426" name="Google Shape;426;p58"/>
          <p:cNvSpPr/>
          <p:nvPr/>
        </p:nvSpPr>
        <p:spPr>
          <a:xfrm>
            <a:off x="3636318" y="2446815"/>
            <a:ext cx="1871400" cy="1943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sp>
        <p:nvSpPr>
          <p:cNvPr id="427" name="Google Shape;427;p58"/>
          <p:cNvSpPr/>
          <p:nvPr/>
        </p:nvSpPr>
        <p:spPr>
          <a:xfrm>
            <a:off x="3636325" y="2446820"/>
            <a:ext cx="1871400" cy="89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sp>
        <p:nvSpPr>
          <p:cNvPr id="428" name="Google Shape;428;p58"/>
          <p:cNvSpPr/>
          <p:nvPr/>
        </p:nvSpPr>
        <p:spPr>
          <a:xfrm>
            <a:off x="5692255" y="2446815"/>
            <a:ext cx="1871400" cy="1943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sp>
        <p:nvSpPr>
          <p:cNvPr id="429" name="Google Shape;429;p58"/>
          <p:cNvSpPr/>
          <p:nvPr/>
        </p:nvSpPr>
        <p:spPr>
          <a:xfrm>
            <a:off x="5692262" y="2446820"/>
            <a:ext cx="1871400" cy="89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chivo Light"/>
              <a:ea typeface="Archivo Light"/>
              <a:cs typeface="Archivo Light"/>
              <a:sym typeface="Archivo Light"/>
            </a:endParaRPr>
          </a:p>
        </p:txBody>
      </p:sp>
      <p:sp>
        <p:nvSpPr>
          <p:cNvPr id="430" name="Google Shape;430;p58"/>
          <p:cNvSpPr txBox="1"/>
          <p:nvPr>
            <p:ph type="ctrTitle"/>
          </p:nvPr>
        </p:nvSpPr>
        <p:spPr>
          <a:xfrm>
            <a:off x="360000" y="360000"/>
            <a:ext cx="2640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31" name="Google Shape;431;p58"/>
          <p:cNvSpPr txBox="1"/>
          <p:nvPr>
            <p:ph idx="1" type="body"/>
          </p:nvPr>
        </p:nvSpPr>
        <p:spPr>
          <a:xfrm>
            <a:off x="360000" y="1469250"/>
            <a:ext cx="2640000" cy="25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32" name="Google Shape;432;p58"/>
          <p:cNvSpPr txBox="1"/>
          <p:nvPr>
            <p:ph idx="2" type="subTitle"/>
          </p:nvPr>
        </p:nvSpPr>
        <p:spPr>
          <a:xfrm>
            <a:off x="360000" y="952125"/>
            <a:ext cx="2640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Pricing Plans">
  <p:cSld name="CUSTOM_26"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59"/>
          <p:cNvSpPr/>
          <p:nvPr/>
        </p:nvSpPr>
        <p:spPr>
          <a:xfrm>
            <a:off x="4623907" y="812093"/>
            <a:ext cx="4160100" cy="1595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5" name="Google Shape;435;p59"/>
          <p:cNvSpPr/>
          <p:nvPr/>
        </p:nvSpPr>
        <p:spPr>
          <a:xfrm>
            <a:off x="6592280" y="1131444"/>
            <a:ext cx="57132" cy="114318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6" name="Google Shape;436;p59"/>
          <p:cNvSpPr/>
          <p:nvPr/>
        </p:nvSpPr>
        <p:spPr>
          <a:xfrm>
            <a:off x="6592280" y="1552451"/>
            <a:ext cx="57132" cy="114318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7" name="Google Shape;437;p59"/>
          <p:cNvSpPr/>
          <p:nvPr/>
        </p:nvSpPr>
        <p:spPr>
          <a:xfrm>
            <a:off x="6592280" y="1973457"/>
            <a:ext cx="57132" cy="114318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8" name="Google Shape;438;p59"/>
          <p:cNvSpPr/>
          <p:nvPr/>
        </p:nvSpPr>
        <p:spPr>
          <a:xfrm>
            <a:off x="4231192" y="1081619"/>
            <a:ext cx="2101200" cy="105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39" name="Google Shape;439;p59"/>
          <p:cNvSpPr/>
          <p:nvPr/>
        </p:nvSpPr>
        <p:spPr>
          <a:xfrm>
            <a:off x="4623907" y="2733318"/>
            <a:ext cx="4160100" cy="1595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0" name="Google Shape;440;p59"/>
          <p:cNvSpPr/>
          <p:nvPr/>
        </p:nvSpPr>
        <p:spPr>
          <a:xfrm>
            <a:off x="4231192" y="3002843"/>
            <a:ext cx="2101200" cy="105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1" name="Google Shape;441;p59"/>
          <p:cNvSpPr/>
          <p:nvPr/>
        </p:nvSpPr>
        <p:spPr>
          <a:xfrm>
            <a:off x="6592280" y="3055944"/>
            <a:ext cx="57132" cy="114318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2" name="Google Shape;442;p59"/>
          <p:cNvSpPr/>
          <p:nvPr/>
        </p:nvSpPr>
        <p:spPr>
          <a:xfrm>
            <a:off x="6592280" y="3476950"/>
            <a:ext cx="57132" cy="114318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3" name="Google Shape;443;p59"/>
          <p:cNvSpPr/>
          <p:nvPr/>
        </p:nvSpPr>
        <p:spPr>
          <a:xfrm>
            <a:off x="6592280" y="3897957"/>
            <a:ext cx="57132" cy="114318"/>
          </a:xfrm>
          <a:custGeom>
            <a:rect b="b" l="l" r="r" t="t"/>
            <a:pathLst>
              <a:path extrusionOk="0" h="21600" w="21600">
                <a:moveTo>
                  <a:pt x="21600" y="10800"/>
                </a:move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9595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4" name="Google Shape;444;p59"/>
          <p:cNvSpPr txBox="1"/>
          <p:nvPr>
            <p:ph type="ctrTitle"/>
          </p:nvPr>
        </p:nvSpPr>
        <p:spPr>
          <a:xfrm>
            <a:off x="360000" y="360000"/>
            <a:ext cx="2640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45" name="Google Shape;445;p59"/>
          <p:cNvSpPr txBox="1"/>
          <p:nvPr>
            <p:ph idx="1" type="body"/>
          </p:nvPr>
        </p:nvSpPr>
        <p:spPr>
          <a:xfrm>
            <a:off x="360000" y="1469250"/>
            <a:ext cx="2640000" cy="25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46" name="Google Shape;446;p59"/>
          <p:cNvSpPr txBox="1"/>
          <p:nvPr>
            <p:ph idx="2" type="subTitle"/>
          </p:nvPr>
        </p:nvSpPr>
        <p:spPr>
          <a:xfrm>
            <a:off x="360000" y="952125"/>
            <a:ext cx="2640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Pricing Plans and Images">
  <p:cSld name="CUSTOM_27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0"/>
          <p:cNvSpPr/>
          <p:nvPr/>
        </p:nvSpPr>
        <p:spPr>
          <a:xfrm flipH="1" rot="-5400000">
            <a:off x="3482829" y="1867289"/>
            <a:ext cx="1272000" cy="630300"/>
          </a:xfrm>
          <a:prstGeom prst="roundRect">
            <a:avLst>
              <a:gd fmla="val 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9" name="Google Shape;449;p60"/>
          <p:cNvSpPr/>
          <p:nvPr/>
        </p:nvSpPr>
        <p:spPr>
          <a:xfrm>
            <a:off x="566714" y="1368671"/>
            <a:ext cx="3444300" cy="1449900"/>
          </a:xfrm>
          <a:prstGeom prst="roundRect">
            <a:avLst>
              <a:gd fmla="val 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0" name="Google Shape;450;p60"/>
          <p:cNvSpPr/>
          <p:nvPr/>
        </p:nvSpPr>
        <p:spPr>
          <a:xfrm flipH="1" rot="-5400000">
            <a:off x="7626204" y="1867289"/>
            <a:ext cx="1272000" cy="630300"/>
          </a:xfrm>
          <a:prstGeom prst="roundRect">
            <a:avLst>
              <a:gd fmla="val 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1" name="Google Shape;451;p60"/>
          <p:cNvSpPr/>
          <p:nvPr/>
        </p:nvSpPr>
        <p:spPr>
          <a:xfrm>
            <a:off x="4710089" y="1368671"/>
            <a:ext cx="3444300" cy="1449900"/>
          </a:xfrm>
          <a:prstGeom prst="roundRect">
            <a:avLst>
              <a:gd fmla="val 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2" name="Google Shape;452;p60"/>
          <p:cNvSpPr/>
          <p:nvPr/>
        </p:nvSpPr>
        <p:spPr>
          <a:xfrm flipH="1" rot="-5400000">
            <a:off x="3482791" y="3509339"/>
            <a:ext cx="1272000" cy="630300"/>
          </a:xfrm>
          <a:prstGeom prst="roundRect">
            <a:avLst>
              <a:gd fmla="val 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3" name="Google Shape;453;p60"/>
          <p:cNvSpPr/>
          <p:nvPr/>
        </p:nvSpPr>
        <p:spPr>
          <a:xfrm>
            <a:off x="566677" y="3010721"/>
            <a:ext cx="3444300" cy="1449900"/>
          </a:xfrm>
          <a:prstGeom prst="roundRect">
            <a:avLst>
              <a:gd fmla="val 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4" name="Google Shape;454;p60"/>
          <p:cNvSpPr/>
          <p:nvPr/>
        </p:nvSpPr>
        <p:spPr>
          <a:xfrm flipH="1" rot="-5400000">
            <a:off x="7626166" y="3509339"/>
            <a:ext cx="1272000" cy="630300"/>
          </a:xfrm>
          <a:prstGeom prst="roundRect">
            <a:avLst>
              <a:gd fmla="val 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5" name="Google Shape;455;p60"/>
          <p:cNvSpPr/>
          <p:nvPr/>
        </p:nvSpPr>
        <p:spPr>
          <a:xfrm>
            <a:off x="4710052" y="3010721"/>
            <a:ext cx="3444300" cy="1449900"/>
          </a:xfrm>
          <a:prstGeom prst="roundRect">
            <a:avLst>
              <a:gd fmla="val 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6" name="Google Shape;456;p60"/>
          <p:cNvSpPr/>
          <p:nvPr>
            <p:ph idx="2" type="pic"/>
          </p:nvPr>
        </p:nvSpPr>
        <p:spPr>
          <a:xfrm>
            <a:off x="734850" y="1508975"/>
            <a:ext cx="1458000" cy="11784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60"/>
          <p:cNvSpPr/>
          <p:nvPr>
            <p:ph idx="3" type="pic"/>
          </p:nvPr>
        </p:nvSpPr>
        <p:spPr>
          <a:xfrm>
            <a:off x="4882625" y="1504425"/>
            <a:ext cx="1458000" cy="11784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60"/>
          <p:cNvSpPr/>
          <p:nvPr>
            <p:ph idx="4" type="pic"/>
          </p:nvPr>
        </p:nvSpPr>
        <p:spPr>
          <a:xfrm>
            <a:off x="734850" y="3146475"/>
            <a:ext cx="1458000" cy="11784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60"/>
          <p:cNvSpPr/>
          <p:nvPr>
            <p:ph idx="5" type="pic"/>
          </p:nvPr>
        </p:nvSpPr>
        <p:spPr>
          <a:xfrm>
            <a:off x="4882625" y="3146475"/>
            <a:ext cx="1458000" cy="11784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60"/>
          <p:cNvSpPr txBox="1"/>
          <p:nvPr>
            <p:ph type="ctrTitle"/>
          </p:nvPr>
        </p:nvSpPr>
        <p:spPr>
          <a:xfrm>
            <a:off x="360000" y="360000"/>
            <a:ext cx="2640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61" name="Google Shape;461;p60"/>
          <p:cNvSpPr txBox="1"/>
          <p:nvPr>
            <p:ph idx="1" type="body"/>
          </p:nvPr>
        </p:nvSpPr>
        <p:spPr>
          <a:xfrm>
            <a:off x="360000" y="1469250"/>
            <a:ext cx="2640000" cy="25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62" name="Google Shape;462;p60"/>
          <p:cNvSpPr txBox="1"/>
          <p:nvPr>
            <p:ph idx="6" type="subTitle"/>
          </p:nvPr>
        </p:nvSpPr>
        <p:spPr>
          <a:xfrm>
            <a:off x="360000" y="952125"/>
            <a:ext cx="2640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Pricing Plan and Image">
  <p:cSld name="CUSTOM_28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61"/>
          <p:cNvSpPr/>
          <p:nvPr/>
        </p:nvSpPr>
        <p:spPr>
          <a:xfrm>
            <a:off x="5962541" y="1514411"/>
            <a:ext cx="2678700" cy="3269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465" name="Google Shape;465;p61"/>
          <p:cNvCxnSpPr/>
          <p:nvPr/>
        </p:nvCxnSpPr>
        <p:spPr>
          <a:xfrm>
            <a:off x="6274552" y="2873292"/>
            <a:ext cx="2054700" cy="0"/>
          </a:xfrm>
          <a:prstGeom prst="straightConnector1">
            <a:avLst/>
          </a:prstGeom>
          <a:solidFill>
            <a:srgbClr val="E4ECFB"/>
          </a:solidFill>
          <a:ln cap="flat" cmpd="sng" w="9525">
            <a:solidFill>
              <a:srgbClr val="D8D8D8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6" name="Google Shape;466;p61"/>
          <p:cNvSpPr/>
          <p:nvPr/>
        </p:nvSpPr>
        <p:spPr>
          <a:xfrm>
            <a:off x="8199850" y="4342200"/>
            <a:ext cx="441300" cy="44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67" name="Google Shape;467;p61"/>
          <p:cNvSpPr/>
          <p:nvPr>
            <p:ph idx="2" type="pic"/>
          </p:nvPr>
        </p:nvSpPr>
        <p:spPr>
          <a:xfrm>
            <a:off x="791775" y="0"/>
            <a:ext cx="4553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68" name="Google Shape;468;p61"/>
          <p:cNvSpPr/>
          <p:nvPr>
            <p:ph idx="3" type="pic"/>
          </p:nvPr>
        </p:nvSpPr>
        <p:spPr>
          <a:xfrm>
            <a:off x="8250400" y="4392750"/>
            <a:ext cx="340200" cy="340200"/>
          </a:xfrm>
          <a:prstGeom prst="rect">
            <a:avLst/>
          </a:prstGeom>
          <a:noFill/>
          <a:ln>
            <a:noFill/>
          </a:ln>
        </p:spPr>
      </p:sp>
      <p:sp>
        <p:nvSpPr>
          <p:cNvPr id="469" name="Google Shape;469;p61"/>
          <p:cNvSpPr txBox="1"/>
          <p:nvPr>
            <p:ph type="ctrTitle"/>
          </p:nvPr>
        </p:nvSpPr>
        <p:spPr>
          <a:xfrm>
            <a:off x="360000" y="360000"/>
            <a:ext cx="2640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70" name="Google Shape;470;p61"/>
          <p:cNvSpPr txBox="1"/>
          <p:nvPr>
            <p:ph idx="1" type="body"/>
          </p:nvPr>
        </p:nvSpPr>
        <p:spPr>
          <a:xfrm>
            <a:off x="360000" y="1469250"/>
            <a:ext cx="2640000" cy="25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1" name="Google Shape;471;p61"/>
          <p:cNvSpPr txBox="1"/>
          <p:nvPr>
            <p:ph idx="4" type="subTitle"/>
          </p:nvPr>
        </p:nvSpPr>
        <p:spPr>
          <a:xfrm>
            <a:off x="360000" y="952125"/>
            <a:ext cx="2640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with Paragraph v1">
  <p:cSld name="CUSTOM_29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62"/>
          <p:cNvSpPr/>
          <p:nvPr/>
        </p:nvSpPr>
        <p:spPr>
          <a:xfrm>
            <a:off x="885825" y="1919435"/>
            <a:ext cx="7372500" cy="2814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474" name="Google Shape;474;p62"/>
          <p:cNvSpPr txBox="1"/>
          <p:nvPr>
            <p:ph type="ctrTitle"/>
          </p:nvPr>
        </p:nvSpPr>
        <p:spPr>
          <a:xfrm>
            <a:off x="360000" y="360000"/>
            <a:ext cx="2640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75" name="Google Shape;475;p62"/>
          <p:cNvSpPr txBox="1"/>
          <p:nvPr>
            <p:ph idx="1" type="body"/>
          </p:nvPr>
        </p:nvSpPr>
        <p:spPr>
          <a:xfrm>
            <a:off x="360000" y="1469250"/>
            <a:ext cx="2640000" cy="25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6" name="Google Shape;476;p62"/>
          <p:cNvSpPr txBox="1"/>
          <p:nvPr>
            <p:ph idx="2" type="subTitle"/>
          </p:nvPr>
        </p:nvSpPr>
        <p:spPr>
          <a:xfrm>
            <a:off x="360000" y="952125"/>
            <a:ext cx="2640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with Paragraph v2">
  <p:cSld name="CUSTOM_30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3"/>
          <p:cNvSpPr/>
          <p:nvPr/>
        </p:nvSpPr>
        <p:spPr>
          <a:xfrm>
            <a:off x="6179456" y="175"/>
            <a:ext cx="32148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1642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479" name="Google Shape;479;p63"/>
          <p:cNvSpPr/>
          <p:nvPr/>
        </p:nvSpPr>
        <p:spPr>
          <a:xfrm>
            <a:off x="4340103" y="0"/>
            <a:ext cx="18393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1642"/>
              </a:solidFill>
              <a:latin typeface="DM Sans Light"/>
              <a:ea typeface="DM Sans Light"/>
              <a:cs typeface="DM Sans Light"/>
              <a:sym typeface="DM Sans Light"/>
            </a:endParaRPr>
          </a:p>
        </p:txBody>
      </p:sp>
      <p:sp>
        <p:nvSpPr>
          <p:cNvPr id="480" name="Google Shape;480;p63"/>
          <p:cNvSpPr/>
          <p:nvPr/>
        </p:nvSpPr>
        <p:spPr>
          <a:xfrm>
            <a:off x="4704052" y="1028773"/>
            <a:ext cx="3866100" cy="308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accent4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481" name="Google Shape;481;p63"/>
          <p:cNvSpPr txBox="1"/>
          <p:nvPr>
            <p:ph type="ctrTitle"/>
          </p:nvPr>
        </p:nvSpPr>
        <p:spPr>
          <a:xfrm>
            <a:off x="360000" y="360000"/>
            <a:ext cx="2640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82" name="Google Shape;482;p63"/>
          <p:cNvSpPr txBox="1"/>
          <p:nvPr>
            <p:ph idx="1" type="body"/>
          </p:nvPr>
        </p:nvSpPr>
        <p:spPr>
          <a:xfrm>
            <a:off x="360000" y="1469250"/>
            <a:ext cx="2640000" cy="25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83" name="Google Shape;483;p63"/>
          <p:cNvSpPr txBox="1"/>
          <p:nvPr>
            <p:ph idx="2" type="subTitle"/>
          </p:nvPr>
        </p:nvSpPr>
        <p:spPr>
          <a:xfrm>
            <a:off x="360000" y="952125"/>
            <a:ext cx="2640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Tables with Paragraph">
  <p:cSld name="CUSTOM_31"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64"/>
          <p:cNvSpPr txBox="1"/>
          <p:nvPr>
            <p:ph type="ctrTitle"/>
          </p:nvPr>
        </p:nvSpPr>
        <p:spPr>
          <a:xfrm>
            <a:off x="360000" y="360000"/>
            <a:ext cx="2640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86" name="Google Shape;486;p64"/>
          <p:cNvSpPr txBox="1"/>
          <p:nvPr>
            <p:ph idx="1" type="body"/>
          </p:nvPr>
        </p:nvSpPr>
        <p:spPr>
          <a:xfrm>
            <a:off x="360000" y="1469250"/>
            <a:ext cx="2640000" cy="25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87" name="Google Shape;487;p64"/>
          <p:cNvSpPr txBox="1"/>
          <p:nvPr>
            <p:ph idx="2" type="subTitle"/>
          </p:nvPr>
        </p:nvSpPr>
        <p:spPr>
          <a:xfrm>
            <a:off x="360000" y="952125"/>
            <a:ext cx="2640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with Paragraph, Metric and Image">
  <p:cSld name="CUSTOM_32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65"/>
          <p:cNvSpPr/>
          <p:nvPr>
            <p:ph idx="2" type="pic"/>
          </p:nvPr>
        </p:nvSpPr>
        <p:spPr>
          <a:xfrm>
            <a:off x="5509025" y="0"/>
            <a:ext cx="2705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90" name="Google Shape;490;p65"/>
          <p:cNvSpPr/>
          <p:nvPr/>
        </p:nvSpPr>
        <p:spPr>
          <a:xfrm>
            <a:off x="5178675" y="1264500"/>
            <a:ext cx="3348000" cy="2696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91" name="Google Shape;491;p65"/>
          <p:cNvSpPr/>
          <p:nvPr/>
        </p:nvSpPr>
        <p:spPr>
          <a:xfrm>
            <a:off x="5509100" y="1609500"/>
            <a:ext cx="2705100" cy="200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92" name="Google Shape;492;p65"/>
          <p:cNvSpPr txBox="1"/>
          <p:nvPr>
            <p:ph type="ctrTitle"/>
          </p:nvPr>
        </p:nvSpPr>
        <p:spPr>
          <a:xfrm>
            <a:off x="360000" y="360000"/>
            <a:ext cx="2640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93" name="Google Shape;493;p65"/>
          <p:cNvSpPr txBox="1"/>
          <p:nvPr>
            <p:ph idx="1" type="body"/>
          </p:nvPr>
        </p:nvSpPr>
        <p:spPr>
          <a:xfrm>
            <a:off x="360000" y="1469250"/>
            <a:ext cx="2640000" cy="25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4" name="Google Shape;494;p65"/>
          <p:cNvSpPr txBox="1"/>
          <p:nvPr>
            <p:ph idx="3" type="subTitle"/>
          </p:nvPr>
        </p:nvSpPr>
        <p:spPr>
          <a:xfrm>
            <a:off x="360000" y="952125"/>
            <a:ext cx="2640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Table">
  <p:cSld name="CUSTOM_33"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66"/>
          <p:cNvSpPr/>
          <p:nvPr/>
        </p:nvSpPr>
        <p:spPr>
          <a:xfrm>
            <a:off x="0" y="0"/>
            <a:ext cx="1695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497" name="Google Shape;497;p66"/>
          <p:cNvSpPr txBox="1"/>
          <p:nvPr>
            <p:ph type="ctrTitle"/>
          </p:nvPr>
        </p:nvSpPr>
        <p:spPr>
          <a:xfrm>
            <a:off x="2102850" y="360000"/>
            <a:ext cx="2640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498" name="Google Shape;498;p66"/>
          <p:cNvSpPr txBox="1"/>
          <p:nvPr>
            <p:ph idx="1" type="body"/>
          </p:nvPr>
        </p:nvSpPr>
        <p:spPr>
          <a:xfrm>
            <a:off x="2102850" y="1469250"/>
            <a:ext cx="2640000" cy="25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9" name="Google Shape;499;p66"/>
          <p:cNvSpPr txBox="1"/>
          <p:nvPr>
            <p:ph idx="2" type="subTitle"/>
          </p:nvPr>
        </p:nvSpPr>
        <p:spPr>
          <a:xfrm>
            <a:off x="2102850" y="952125"/>
            <a:ext cx="2640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with Paragraph and Metrics v1">
  <p:cSld name="CUSTOM_35"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67"/>
          <p:cNvSpPr/>
          <p:nvPr/>
        </p:nvSpPr>
        <p:spPr>
          <a:xfrm>
            <a:off x="6707825" y="2241975"/>
            <a:ext cx="2436300" cy="290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02" name="Google Shape;502;p67"/>
          <p:cNvSpPr txBox="1"/>
          <p:nvPr>
            <p:ph type="ctrTitle"/>
          </p:nvPr>
        </p:nvSpPr>
        <p:spPr>
          <a:xfrm>
            <a:off x="2102850" y="360000"/>
            <a:ext cx="2640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03" name="Google Shape;503;p67"/>
          <p:cNvSpPr txBox="1"/>
          <p:nvPr>
            <p:ph idx="1" type="body"/>
          </p:nvPr>
        </p:nvSpPr>
        <p:spPr>
          <a:xfrm>
            <a:off x="2102850" y="1469250"/>
            <a:ext cx="2640000" cy="25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04" name="Google Shape;504;p67"/>
          <p:cNvSpPr txBox="1"/>
          <p:nvPr>
            <p:ph idx="2" type="subTitle"/>
          </p:nvPr>
        </p:nvSpPr>
        <p:spPr>
          <a:xfrm>
            <a:off x="2102850" y="952125"/>
            <a:ext cx="2640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harts with Paragraph and Image">
  <p:cSld name="CUSTOM_36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68"/>
          <p:cNvSpPr/>
          <p:nvPr>
            <p:ph idx="2" type="pic"/>
          </p:nvPr>
        </p:nvSpPr>
        <p:spPr>
          <a:xfrm>
            <a:off x="1789075" y="3033800"/>
            <a:ext cx="7352100" cy="2109600"/>
          </a:xfrm>
          <a:prstGeom prst="rect">
            <a:avLst/>
          </a:prstGeom>
          <a:noFill/>
          <a:ln>
            <a:noFill/>
          </a:ln>
        </p:spPr>
      </p:sp>
      <p:sp>
        <p:nvSpPr>
          <p:cNvPr id="507" name="Google Shape;507;p68"/>
          <p:cNvSpPr/>
          <p:nvPr/>
        </p:nvSpPr>
        <p:spPr>
          <a:xfrm>
            <a:off x="457200" y="2006330"/>
            <a:ext cx="3726300" cy="2548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8" name="Google Shape;508;p68"/>
          <p:cNvSpPr/>
          <p:nvPr/>
        </p:nvSpPr>
        <p:spPr>
          <a:xfrm>
            <a:off x="4976499" y="2006330"/>
            <a:ext cx="3708300" cy="2548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09" name="Google Shape;509;p68"/>
          <p:cNvSpPr/>
          <p:nvPr/>
        </p:nvSpPr>
        <p:spPr>
          <a:xfrm>
            <a:off x="2478025" y="2013850"/>
            <a:ext cx="1701900" cy="41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10" name="Google Shape;510;p68"/>
          <p:cNvSpPr/>
          <p:nvPr/>
        </p:nvSpPr>
        <p:spPr>
          <a:xfrm>
            <a:off x="6982900" y="2013850"/>
            <a:ext cx="1701900" cy="419400"/>
          </a:xfrm>
          <a:prstGeom prst="rect">
            <a:avLst/>
          </a:prstGeom>
          <a:solidFill>
            <a:srgbClr val="0163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11" name="Google Shape;511;p68"/>
          <p:cNvSpPr txBox="1"/>
          <p:nvPr>
            <p:ph type="ctrTitle"/>
          </p:nvPr>
        </p:nvSpPr>
        <p:spPr>
          <a:xfrm>
            <a:off x="2102850" y="360000"/>
            <a:ext cx="2640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12" name="Google Shape;512;p68"/>
          <p:cNvSpPr txBox="1"/>
          <p:nvPr>
            <p:ph idx="1" type="body"/>
          </p:nvPr>
        </p:nvSpPr>
        <p:spPr>
          <a:xfrm>
            <a:off x="2102850" y="1469250"/>
            <a:ext cx="2640000" cy="25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3" name="Google Shape;513;p68"/>
          <p:cNvSpPr txBox="1"/>
          <p:nvPr>
            <p:ph idx="3" type="subTitle"/>
          </p:nvPr>
        </p:nvSpPr>
        <p:spPr>
          <a:xfrm>
            <a:off x="2102850" y="952125"/>
            <a:ext cx="2640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with Metrics">
  <p:cSld name="CUSTOM_37"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69"/>
          <p:cNvSpPr/>
          <p:nvPr/>
        </p:nvSpPr>
        <p:spPr>
          <a:xfrm>
            <a:off x="0" y="2111494"/>
            <a:ext cx="4266300" cy="1281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6" name="Google Shape;516;p69"/>
          <p:cNvSpPr txBox="1"/>
          <p:nvPr/>
        </p:nvSpPr>
        <p:spPr>
          <a:xfrm>
            <a:off x="386623" y="2290909"/>
            <a:ext cx="3834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01</a:t>
            </a:r>
            <a:endParaRPr b="0" i="0" sz="1600" u="none" cap="none" strike="noStrike">
              <a:solidFill>
                <a:schemeClr val="lt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17" name="Google Shape;517;p69"/>
          <p:cNvSpPr txBox="1"/>
          <p:nvPr/>
        </p:nvSpPr>
        <p:spPr>
          <a:xfrm>
            <a:off x="386623" y="3713459"/>
            <a:ext cx="3834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02</a:t>
            </a:r>
            <a:endParaRPr b="0" i="0" sz="1600" u="none" cap="none" strike="noStrike">
              <a:solidFill>
                <a:schemeClr val="dk2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18" name="Google Shape;518;p69"/>
          <p:cNvSpPr txBox="1"/>
          <p:nvPr>
            <p:ph type="ctrTitle"/>
          </p:nvPr>
        </p:nvSpPr>
        <p:spPr>
          <a:xfrm>
            <a:off x="2102850" y="360000"/>
            <a:ext cx="2640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19" name="Google Shape;519;p69"/>
          <p:cNvSpPr txBox="1"/>
          <p:nvPr>
            <p:ph idx="1" type="body"/>
          </p:nvPr>
        </p:nvSpPr>
        <p:spPr>
          <a:xfrm>
            <a:off x="2102850" y="1469250"/>
            <a:ext cx="2640000" cy="25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0" name="Google Shape;520;p69"/>
          <p:cNvSpPr txBox="1"/>
          <p:nvPr>
            <p:ph idx="2" type="subTitle"/>
          </p:nvPr>
        </p:nvSpPr>
        <p:spPr>
          <a:xfrm>
            <a:off x="2102850" y="952125"/>
            <a:ext cx="2640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with Paragraph and Metrics v2">
  <p:cSld name="CUSTOM_38"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70"/>
          <p:cNvSpPr/>
          <p:nvPr/>
        </p:nvSpPr>
        <p:spPr>
          <a:xfrm>
            <a:off x="4906727" y="327450"/>
            <a:ext cx="3877200" cy="1099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3" name="Google Shape;523;p70"/>
          <p:cNvSpPr/>
          <p:nvPr/>
        </p:nvSpPr>
        <p:spPr>
          <a:xfrm>
            <a:off x="360000" y="3623450"/>
            <a:ext cx="8424000" cy="1520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4" name="Google Shape;524;p70"/>
          <p:cNvSpPr/>
          <p:nvPr/>
        </p:nvSpPr>
        <p:spPr>
          <a:xfrm>
            <a:off x="4908595" y="330586"/>
            <a:ext cx="1257300" cy="27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25" name="Google Shape;525;p70"/>
          <p:cNvSpPr/>
          <p:nvPr/>
        </p:nvSpPr>
        <p:spPr>
          <a:xfrm>
            <a:off x="4906756" y="1428144"/>
            <a:ext cx="3877200" cy="1099800"/>
          </a:xfrm>
          <a:prstGeom prst="rect">
            <a:avLst/>
          </a:prstGeom>
          <a:solidFill>
            <a:srgbClr val="0163A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6" name="Google Shape;526;p70"/>
          <p:cNvSpPr/>
          <p:nvPr/>
        </p:nvSpPr>
        <p:spPr>
          <a:xfrm>
            <a:off x="4908624" y="1431280"/>
            <a:ext cx="1257300" cy="27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27" name="Google Shape;527;p70"/>
          <p:cNvSpPr/>
          <p:nvPr/>
        </p:nvSpPr>
        <p:spPr>
          <a:xfrm>
            <a:off x="4906737" y="2523656"/>
            <a:ext cx="3877200" cy="1099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28" name="Google Shape;528;p70"/>
          <p:cNvSpPr/>
          <p:nvPr/>
        </p:nvSpPr>
        <p:spPr>
          <a:xfrm>
            <a:off x="4908605" y="2526792"/>
            <a:ext cx="1257300" cy="27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29" name="Google Shape;529;p70"/>
          <p:cNvSpPr txBox="1"/>
          <p:nvPr>
            <p:ph type="ctrTitle"/>
          </p:nvPr>
        </p:nvSpPr>
        <p:spPr>
          <a:xfrm>
            <a:off x="390375" y="360000"/>
            <a:ext cx="2640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30" name="Google Shape;530;p70"/>
          <p:cNvSpPr txBox="1"/>
          <p:nvPr>
            <p:ph idx="1" type="body"/>
          </p:nvPr>
        </p:nvSpPr>
        <p:spPr>
          <a:xfrm>
            <a:off x="390375" y="1469250"/>
            <a:ext cx="2640000" cy="25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31" name="Google Shape;531;p70"/>
          <p:cNvSpPr txBox="1"/>
          <p:nvPr>
            <p:ph idx="2" type="subTitle"/>
          </p:nvPr>
        </p:nvSpPr>
        <p:spPr>
          <a:xfrm>
            <a:off x="390375" y="952125"/>
            <a:ext cx="2640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with Paragraph and Metrics v3">
  <p:cSld name="CUSTOM_39"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71"/>
          <p:cNvSpPr/>
          <p:nvPr/>
        </p:nvSpPr>
        <p:spPr>
          <a:xfrm>
            <a:off x="7632700" y="-2400"/>
            <a:ext cx="15114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34" name="Google Shape;534;p71"/>
          <p:cNvSpPr/>
          <p:nvPr/>
        </p:nvSpPr>
        <p:spPr>
          <a:xfrm>
            <a:off x="5036726" y="2018283"/>
            <a:ext cx="3264900" cy="1278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35" name="Google Shape;535;p71"/>
          <p:cNvSpPr/>
          <p:nvPr/>
        </p:nvSpPr>
        <p:spPr>
          <a:xfrm>
            <a:off x="5036726" y="3363871"/>
            <a:ext cx="3264900" cy="1278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536" name="Google Shape;536;p71"/>
          <p:cNvSpPr txBox="1"/>
          <p:nvPr>
            <p:ph type="ctrTitle"/>
          </p:nvPr>
        </p:nvSpPr>
        <p:spPr>
          <a:xfrm>
            <a:off x="390375" y="360000"/>
            <a:ext cx="2640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37" name="Google Shape;537;p71"/>
          <p:cNvSpPr txBox="1"/>
          <p:nvPr>
            <p:ph idx="1" type="body"/>
          </p:nvPr>
        </p:nvSpPr>
        <p:spPr>
          <a:xfrm>
            <a:off x="390375" y="1469250"/>
            <a:ext cx="2640000" cy="25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38" name="Google Shape;538;p71"/>
          <p:cNvSpPr txBox="1"/>
          <p:nvPr>
            <p:ph idx="2" type="subTitle"/>
          </p:nvPr>
        </p:nvSpPr>
        <p:spPr>
          <a:xfrm>
            <a:off x="390375" y="952125"/>
            <a:ext cx="2640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hart with Paragraph">
  <p:cSld name="CUSTOM_40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72"/>
          <p:cNvSpPr/>
          <p:nvPr/>
        </p:nvSpPr>
        <p:spPr>
          <a:xfrm>
            <a:off x="0" y="1600200"/>
            <a:ext cx="9144000" cy="3543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Manrope"/>
              <a:ea typeface="Manrope"/>
              <a:cs typeface="Manrope"/>
              <a:sym typeface="Manrope"/>
            </a:endParaRPr>
          </a:p>
        </p:txBody>
      </p:sp>
      <p:sp>
        <p:nvSpPr>
          <p:cNvPr id="541" name="Google Shape;541;p72"/>
          <p:cNvSpPr txBox="1"/>
          <p:nvPr>
            <p:ph type="ctrTitle"/>
          </p:nvPr>
        </p:nvSpPr>
        <p:spPr>
          <a:xfrm>
            <a:off x="390375" y="360000"/>
            <a:ext cx="2640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42" name="Google Shape;542;p72"/>
          <p:cNvSpPr txBox="1"/>
          <p:nvPr>
            <p:ph idx="1" type="body"/>
          </p:nvPr>
        </p:nvSpPr>
        <p:spPr>
          <a:xfrm>
            <a:off x="390375" y="1469250"/>
            <a:ext cx="2640000" cy="25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3" name="Google Shape;543;p72"/>
          <p:cNvSpPr txBox="1"/>
          <p:nvPr>
            <p:ph idx="2" type="subTitle"/>
          </p:nvPr>
        </p:nvSpPr>
        <p:spPr>
          <a:xfrm>
            <a:off x="390375" y="952125"/>
            <a:ext cx="2640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pact Statement Layout v1">
  <p:cSld name="CUSTOM_41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73"/>
          <p:cNvSpPr/>
          <p:nvPr/>
        </p:nvSpPr>
        <p:spPr>
          <a:xfrm>
            <a:off x="360000" y="359994"/>
            <a:ext cx="8424000" cy="442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chivo"/>
              <a:ea typeface="Archivo"/>
              <a:cs typeface="Archivo"/>
              <a:sym typeface="Archivo"/>
            </a:endParaRPr>
          </a:p>
        </p:txBody>
      </p:sp>
      <p:sp>
        <p:nvSpPr>
          <p:cNvPr id="546" name="Google Shape;546;p73"/>
          <p:cNvSpPr/>
          <p:nvPr/>
        </p:nvSpPr>
        <p:spPr>
          <a:xfrm>
            <a:off x="360000" y="3311362"/>
            <a:ext cx="339900" cy="1472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73"/>
          <p:cNvSpPr/>
          <p:nvPr/>
        </p:nvSpPr>
        <p:spPr>
          <a:xfrm>
            <a:off x="360000" y="360038"/>
            <a:ext cx="339900" cy="29514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73"/>
          <p:cNvSpPr txBox="1"/>
          <p:nvPr>
            <p:ph type="ctrTitle"/>
          </p:nvPr>
        </p:nvSpPr>
        <p:spPr>
          <a:xfrm>
            <a:off x="390375" y="360000"/>
            <a:ext cx="2640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sp>
        <p:nvSpPr>
          <p:cNvPr id="549" name="Google Shape;549;p73"/>
          <p:cNvSpPr txBox="1"/>
          <p:nvPr>
            <p:ph idx="1" type="body"/>
          </p:nvPr>
        </p:nvSpPr>
        <p:spPr>
          <a:xfrm>
            <a:off x="390375" y="1469250"/>
            <a:ext cx="2640000" cy="25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0" name="Google Shape;550;p73"/>
          <p:cNvSpPr txBox="1"/>
          <p:nvPr>
            <p:ph idx="2" type="subTitle"/>
          </p:nvPr>
        </p:nvSpPr>
        <p:spPr>
          <a:xfrm>
            <a:off x="390375" y="952125"/>
            <a:ext cx="2640000" cy="4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None/>
              <a:defRPr b="1" sz="14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Hanken Grotesk"/>
              <a:buNone/>
              <a:defRPr b="1" sz="21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3 columns">
  <p:cSld name="BIG_NUMBER"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3" name="Google Shape;553;p74"/>
          <p:cNvSpPr/>
          <p:nvPr/>
        </p:nvSpPr>
        <p:spPr>
          <a:xfrm>
            <a:off x="526750" y="-9625"/>
            <a:ext cx="8090700" cy="1473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74"/>
          <p:cNvSpPr/>
          <p:nvPr/>
        </p:nvSpPr>
        <p:spPr>
          <a:xfrm>
            <a:off x="526725" y="1256718"/>
            <a:ext cx="2567700" cy="3886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74"/>
          <p:cNvSpPr/>
          <p:nvPr/>
        </p:nvSpPr>
        <p:spPr>
          <a:xfrm>
            <a:off x="3288150" y="1256718"/>
            <a:ext cx="2567700" cy="3886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74"/>
          <p:cNvSpPr/>
          <p:nvPr/>
        </p:nvSpPr>
        <p:spPr>
          <a:xfrm>
            <a:off x="6049575" y="1256703"/>
            <a:ext cx="2567700" cy="3886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74"/>
          <p:cNvSpPr txBox="1"/>
          <p:nvPr>
            <p:ph type="ctrTitle"/>
          </p:nvPr>
        </p:nvSpPr>
        <p:spPr>
          <a:xfrm>
            <a:off x="738000" y="259200"/>
            <a:ext cx="76644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58" name="Google Shape;558;p74"/>
          <p:cNvSpPr txBox="1"/>
          <p:nvPr>
            <p:ph idx="1" type="subTitle"/>
          </p:nvPr>
        </p:nvSpPr>
        <p:spPr>
          <a:xfrm>
            <a:off x="738000" y="1571625"/>
            <a:ext cx="21420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b="1" sz="14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59" name="Google Shape;559;p74"/>
          <p:cNvSpPr txBox="1"/>
          <p:nvPr>
            <p:ph idx="2" type="body"/>
          </p:nvPr>
        </p:nvSpPr>
        <p:spPr>
          <a:xfrm>
            <a:off x="738000" y="2289778"/>
            <a:ext cx="2142000" cy="26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0" name="Google Shape;560;p74"/>
          <p:cNvSpPr txBox="1"/>
          <p:nvPr>
            <p:ph idx="3" type="subTitle"/>
          </p:nvPr>
        </p:nvSpPr>
        <p:spPr>
          <a:xfrm>
            <a:off x="3499200" y="1571625"/>
            <a:ext cx="21420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b="1" sz="14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61" name="Google Shape;561;p74"/>
          <p:cNvSpPr txBox="1"/>
          <p:nvPr>
            <p:ph idx="4" type="body"/>
          </p:nvPr>
        </p:nvSpPr>
        <p:spPr>
          <a:xfrm>
            <a:off x="3499200" y="2289778"/>
            <a:ext cx="2142000" cy="26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2" name="Google Shape;562;p74"/>
          <p:cNvSpPr txBox="1"/>
          <p:nvPr>
            <p:ph idx="5" type="subTitle"/>
          </p:nvPr>
        </p:nvSpPr>
        <p:spPr>
          <a:xfrm>
            <a:off x="6260400" y="1571625"/>
            <a:ext cx="2142000" cy="65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anken Grotesk"/>
              <a:buNone/>
              <a:defRPr b="1" sz="14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Hanken Grotesk"/>
              <a:buNone/>
              <a:defRPr b="1" sz="21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63" name="Google Shape;563;p74"/>
          <p:cNvSpPr txBox="1"/>
          <p:nvPr>
            <p:ph idx="6" type="body"/>
          </p:nvPr>
        </p:nvSpPr>
        <p:spPr>
          <a:xfrm>
            <a:off x="6260400" y="2289796"/>
            <a:ext cx="2142000" cy="26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4" name="Google Shape;564;p74"/>
          <p:cNvSpPr/>
          <p:nvPr/>
        </p:nvSpPr>
        <p:spPr>
          <a:xfrm>
            <a:off x="1050600" y="1200750"/>
            <a:ext cx="1516800" cy="14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65" name="Google Shape;565;p74"/>
          <p:cNvSpPr/>
          <p:nvPr/>
        </p:nvSpPr>
        <p:spPr>
          <a:xfrm>
            <a:off x="3813600" y="1200750"/>
            <a:ext cx="1516800" cy="14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566" name="Google Shape;566;p74"/>
          <p:cNvSpPr/>
          <p:nvPr/>
        </p:nvSpPr>
        <p:spPr>
          <a:xfrm>
            <a:off x="6609850" y="1200750"/>
            <a:ext cx="1516800" cy="149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4 key metrics v2">
  <p:cSld name="CUSTOM_1"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75"/>
          <p:cNvSpPr/>
          <p:nvPr/>
        </p:nvSpPr>
        <p:spPr>
          <a:xfrm>
            <a:off x="0" y="2044800"/>
            <a:ext cx="9144000" cy="3099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75"/>
          <p:cNvSpPr txBox="1"/>
          <p:nvPr>
            <p:ph idx="1" type="subTitle"/>
          </p:nvPr>
        </p:nvSpPr>
        <p:spPr>
          <a:xfrm>
            <a:off x="453600" y="2523600"/>
            <a:ext cx="18072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70" name="Google Shape;570;p75"/>
          <p:cNvSpPr txBox="1"/>
          <p:nvPr>
            <p:ph idx="2" type="body"/>
          </p:nvPr>
        </p:nvSpPr>
        <p:spPr>
          <a:xfrm>
            <a:off x="453600" y="3194850"/>
            <a:ext cx="1807200" cy="14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1" name="Google Shape;571;p75"/>
          <p:cNvSpPr txBox="1"/>
          <p:nvPr>
            <p:ph idx="3" type="subTitle"/>
          </p:nvPr>
        </p:nvSpPr>
        <p:spPr>
          <a:xfrm>
            <a:off x="2534400" y="2523600"/>
            <a:ext cx="18072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72" name="Google Shape;572;p75"/>
          <p:cNvSpPr txBox="1"/>
          <p:nvPr>
            <p:ph idx="4" type="body"/>
          </p:nvPr>
        </p:nvSpPr>
        <p:spPr>
          <a:xfrm>
            <a:off x="2534400" y="3194850"/>
            <a:ext cx="1807200" cy="14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3" name="Google Shape;573;p75"/>
          <p:cNvSpPr txBox="1"/>
          <p:nvPr>
            <p:ph idx="5" type="subTitle"/>
          </p:nvPr>
        </p:nvSpPr>
        <p:spPr>
          <a:xfrm>
            <a:off x="4759200" y="2535969"/>
            <a:ext cx="18072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74" name="Google Shape;574;p75"/>
          <p:cNvSpPr txBox="1"/>
          <p:nvPr>
            <p:ph idx="6" type="body"/>
          </p:nvPr>
        </p:nvSpPr>
        <p:spPr>
          <a:xfrm>
            <a:off x="4759200" y="3194850"/>
            <a:ext cx="1807200" cy="14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5" name="Google Shape;575;p75"/>
          <p:cNvSpPr txBox="1"/>
          <p:nvPr>
            <p:ph idx="7" type="subTitle"/>
          </p:nvPr>
        </p:nvSpPr>
        <p:spPr>
          <a:xfrm>
            <a:off x="6944400" y="2523600"/>
            <a:ext cx="1807200" cy="4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anken Grotesk"/>
              <a:buNone/>
              <a:defRPr b="1" sz="1600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576" name="Google Shape;576;p75"/>
          <p:cNvSpPr txBox="1"/>
          <p:nvPr>
            <p:ph idx="8" type="body"/>
          </p:nvPr>
        </p:nvSpPr>
        <p:spPr>
          <a:xfrm>
            <a:off x="6944400" y="3194850"/>
            <a:ext cx="1807200" cy="14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7" name="Google Shape;577;p75"/>
          <p:cNvSpPr txBox="1"/>
          <p:nvPr>
            <p:ph type="ctrTitle"/>
          </p:nvPr>
        </p:nvSpPr>
        <p:spPr>
          <a:xfrm>
            <a:off x="453600" y="681950"/>
            <a:ext cx="82980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anken Grotesk"/>
              <a:buNone/>
              <a:defRPr b="1" i="0" sz="2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anken Grotesk"/>
              <a:buNone/>
              <a:defRPr b="1" i="0" sz="2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anken Grotesk"/>
              <a:buNone/>
              <a:defRPr b="1" i="0" sz="2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anken Grotesk"/>
              <a:buNone/>
              <a:defRPr b="1" i="0" sz="2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anken Grotesk"/>
              <a:buNone/>
              <a:defRPr b="1" i="0" sz="2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anken Grotesk"/>
              <a:buNone/>
              <a:defRPr b="1" i="0" sz="2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anken Grotesk"/>
              <a:buNone/>
              <a:defRPr b="1" i="0" sz="2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anken Grotesk"/>
              <a:buNone/>
              <a:defRPr b="1" i="0" sz="2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anken Grotesk"/>
              <a:buNone/>
              <a:defRPr b="1" i="0" sz="2000" u="none" cap="none" strike="noStrike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Work Sans"/>
              <a:buChar char="●"/>
              <a:defRPr b="0" i="0" sz="1100" u="none" cap="none" strike="noStrik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Work Sans"/>
              <a:buChar char="○"/>
              <a:defRPr b="0" i="0" sz="1100" u="none" cap="none" strike="noStrik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Work Sans"/>
              <a:buChar char="■"/>
              <a:defRPr b="0" i="0" sz="1100" u="none" cap="none" strike="noStrik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Work Sans"/>
              <a:buChar char="●"/>
              <a:defRPr b="0" i="0" sz="1100" u="none" cap="none" strike="noStrik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Work Sans"/>
              <a:buChar char="○"/>
              <a:defRPr b="0" i="0" sz="1100" u="none" cap="none" strike="noStrik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Work Sans"/>
              <a:buChar char="■"/>
              <a:defRPr b="0" i="0" sz="1100" u="none" cap="none" strike="noStrik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Work Sans"/>
              <a:buChar char="●"/>
              <a:defRPr b="0" i="0" sz="1100" u="none" cap="none" strike="noStrik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Work Sans"/>
              <a:buChar char="○"/>
              <a:defRPr b="0" i="0" sz="1100" u="none" cap="none" strike="noStrik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Work Sans"/>
              <a:buChar char="■"/>
              <a:defRPr b="0" i="0" sz="1100" u="none" cap="none" strike="noStrike">
                <a:solidFill>
                  <a:schemeClr val="dk2"/>
                </a:solidFill>
                <a:latin typeface="Work Sans"/>
                <a:ea typeface="Work Sans"/>
                <a:cs typeface="Work Sans"/>
                <a:sym typeface="Work Sans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27">
          <p15:clr>
            <a:srgbClr val="E46962"/>
          </p15:clr>
        </p15:guide>
        <p15:guide id="2" orient="horz" pos="227">
          <p15:clr>
            <a:srgbClr val="E46962"/>
          </p15:clr>
        </p15:guide>
        <p15:guide id="3" pos="5533">
          <p15:clr>
            <a:srgbClr val="E46962"/>
          </p15:clr>
        </p15:guide>
        <p15:guide id="4" orient="horz" pos="301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Relationship Id="rId4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Relationship Id="rId4" Type="http://schemas.openxmlformats.org/officeDocument/2006/relationships/image" Target="../media/image6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sai-id=&quot;g3b7a54749a7_0_21&quot;" id="582" name="Google Shape;582;p76"/>
          <p:cNvSpPr/>
          <p:nvPr/>
        </p:nvSpPr>
        <p:spPr>
          <a:xfrm>
            <a:off x="9144000" y="47625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descr="{{main.statement}}" id="583" name="Google Shape;583;p76"/>
          <p:cNvSpPr txBox="1"/>
          <p:nvPr>
            <p:ph idx="2" type="subTitle"/>
          </p:nvPr>
        </p:nvSpPr>
        <p:spPr>
          <a:xfrm>
            <a:off x="1246158" y="1123931"/>
            <a:ext cx="7434300" cy="3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" sz="3000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URL Based Phishing Detection using Machine Learning </a:t>
            </a:r>
            <a:endParaRPr b="0" sz="1800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800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800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" sz="1800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Submitted to: 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" sz="1800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Dr. Neha Gahlan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sz="1800">
              <a:solidFill>
                <a:srgbClr val="FFFFFF"/>
              </a:solidFill>
              <a:latin typeface="Work Sans Medium"/>
              <a:ea typeface="Work Sans Medium"/>
              <a:cs typeface="Work Sans Medium"/>
              <a:sym typeface="Work Sans Medium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00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sai-id=&quot;g307fcfe3893_0_41&quot;" id="588" name="Google Shape;588;p2"/>
          <p:cNvSpPr/>
          <p:nvPr/>
        </p:nvSpPr>
        <p:spPr>
          <a:xfrm>
            <a:off x="9144000" y="47625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descr="{{main.image}}" id="589" name="Google Shape;589;p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0"/>
            <a:ext cx="3100462" cy="3085499"/>
          </a:xfrm>
          <a:prstGeom prst="rect">
            <a:avLst/>
          </a:prstGeom>
          <a:noFill/>
          <a:ln>
            <a:noFill/>
          </a:ln>
        </p:spPr>
      </p:pic>
      <p:sp>
        <p:nvSpPr>
          <p:cNvPr descr="{{section.section_content}}" id="590" name="Google Shape;590;p2"/>
          <p:cNvSpPr txBox="1"/>
          <p:nvPr>
            <p:ph idx="1" type="body"/>
          </p:nvPr>
        </p:nvSpPr>
        <p:spPr>
          <a:xfrm>
            <a:off x="3498600" y="1791600"/>
            <a:ext cx="5285400" cy="29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/>
              <a:t>Malicious URLs have become the primary attack vector for distributing malware and stealing credentials. With explosive growth in digital banking, e-commerce, and cloud services, users face increasingly sophisticated phishing websites that closely mimic legitimate ones</a:t>
            </a:r>
            <a:endParaRPr sz="125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5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250">
                <a:solidFill>
                  <a:srgbClr val="FFFFFF"/>
                </a:solidFill>
              </a:rPr>
              <a:t>Impact:</a:t>
            </a:r>
            <a:r>
              <a:rPr lang="en" sz="1250">
                <a:solidFill>
                  <a:srgbClr val="FFFFFF"/>
                </a:solidFill>
              </a:rPr>
              <a:t> Organizations face financial losses, data breaches, compromised user trust, and regulatory penalties. Individuals risk identity theft and unauthorized account access. </a:t>
            </a:r>
            <a:endParaRPr sz="12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50">
              <a:solidFill>
                <a:srgbClr val="FFFFFF"/>
              </a:solidFill>
            </a:endParaRPr>
          </a:p>
        </p:txBody>
      </p:sp>
      <p:sp>
        <p:nvSpPr>
          <p:cNvPr descr="{{section.slide_title}}" id="591" name="Google Shape;591;p2"/>
          <p:cNvSpPr txBox="1"/>
          <p:nvPr>
            <p:ph type="ctrTitle"/>
          </p:nvPr>
        </p:nvSpPr>
        <p:spPr>
          <a:xfrm>
            <a:off x="3498600" y="360000"/>
            <a:ext cx="52854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Why </a:t>
            </a:r>
            <a:r>
              <a:rPr lang="en"/>
              <a:t>URL based Phishing Software is needed?</a:t>
            </a:r>
            <a:endParaRPr/>
          </a:p>
        </p:txBody>
      </p:sp>
      <p:pic>
        <p:nvPicPr>
          <p:cNvPr id="592" name="Google Shape;59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051345"/>
            <a:ext cx="3100462" cy="20921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sai-id=&quot;g307fcfe3893_0_41&quot;" id="597" name="Google Shape;597;p3"/>
          <p:cNvSpPr/>
          <p:nvPr/>
        </p:nvSpPr>
        <p:spPr>
          <a:xfrm>
            <a:off x="9144000" y="47625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pic>
        <p:nvPicPr>
          <p:cNvPr descr="{{main.image}}" id="598" name="Google Shape;598;p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00" y="604318"/>
            <a:ext cx="3085500" cy="3928564"/>
          </a:xfrm>
          <a:prstGeom prst="rect">
            <a:avLst/>
          </a:prstGeom>
          <a:noFill/>
          <a:ln>
            <a:noFill/>
          </a:ln>
        </p:spPr>
      </p:pic>
      <p:sp>
        <p:nvSpPr>
          <p:cNvPr descr="{{section.section_content}}" id="599" name="Google Shape;599;p3"/>
          <p:cNvSpPr txBox="1"/>
          <p:nvPr>
            <p:ph idx="1" type="body"/>
          </p:nvPr>
        </p:nvSpPr>
        <p:spPr>
          <a:xfrm>
            <a:off x="3498600" y="1791600"/>
            <a:ext cx="5285400" cy="29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50">
                <a:solidFill>
                  <a:srgbClr val="FFFFFF"/>
                </a:solidFill>
              </a:rPr>
              <a:t>An intelligent, automated system that analyzes URLs and classifies them as </a:t>
            </a:r>
            <a:r>
              <a:rPr b="1" lang="en" sz="1250">
                <a:solidFill>
                  <a:srgbClr val="FFFFFF"/>
                </a:solidFill>
              </a:rPr>
              <a:t>safe</a:t>
            </a:r>
            <a:r>
              <a:rPr lang="en" sz="1250">
                <a:solidFill>
                  <a:srgbClr val="FFFFFF"/>
                </a:solidFill>
              </a:rPr>
              <a:t> or </a:t>
            </a:r>
            <a:r>
              <a:rPr b="1" lang="en" sz="1250">
                <a:solidFill>
                  <a:srgbClr val="FFFFFF"/>
                </a:solidFill>
              </a:rPr>
              <a:t>unsafe</a:t>
            </a:r>
            <a:r>
              <a:rPr lang="en" sz="1250">
                <a:solidFill>
                  <a:srgbClr val="FFFFFF"/>
                </a:solidFill>
              </a:rPr>
              <a:t> before users interact with them. This project implements such a system using </a:t>
            </a:r>
            <a:r>
              <a:rPr b="1" lang="en" sz="1250">
                <a:solidFill>
                  <a:srgbClr val="FFFFFF"/>
                </a:solidFill>
              </a:rPr>
              <a:t>Python</a:t>
            </a:r>
            <a:r>
              <a:rPr lang="en" sz="1250">
                <a:solidFill>
                  <a:srgbClr val="FFFFFF"/>
                </a:solidFill>
              </a:rPr>
              <a:t> (backend), </a:t>
            </a:r>
            <a:r>
              <a:rPr b="1" lang="en" sz="1250">
                <a:solidFill>
                  <a:srgbClr val="FFFFFF"/>
                </a:solidFill>
              </a:rPr>
              <a:t>UI Development using Gradio</a:t>
            </a:r>
            <a:r>
              <a:rPr lang="en" sz="1250">
                <a:solidFill>
                  <a:srgbClr val="FFFFFF"/>
                </a:solidFill>
              </a:rPr>
              <a:t>, integrating machine learning models for real-time threat detection.</a:t>
            </a:r>
            <a:endParaRPr sz="12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4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" sz="1400">
                <a:latin typeface="Hanken Grotesk"/>
                <a:ea typeface="Hanken Grotesk"/>
                <a:cs typeface="Hanken Grotesk"/>
                <a:sym typeface="Hanken Grotesk"/>
              </a:rPr>
              <a:t>Core Technology used:</a:t>
            </a:r>
            <a:endParaRPr b="1" sz="14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4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5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50">
              <a:solidFill>
                <a:srgbClr val="FFFFFF"/>
              </a:solidFill>
            </a:endParaRPr>
          </a:p>
        </p:txBody>
      </p:sp>
      <p:sp>
        <p:nvSpPr>
          <p:cNvPr descr="{{section.slide_title}}" id="600" name="Google Shape;600;p3"/>
          <p:cNvSpPr txBox="1"/>
          <p:nvPr>
            <p:ph type="ctrTitle"/>
          </p:nvPr>
        </p:nvSpPr>
        <p:spPr>
          <a:xfrm>
            <a:off x="3498600" y="360000"/>
            <a:ext cx="52854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450"/>
              <a:t>Architecture</a:t>
            </a:r>
            <a:r>
              <a:rPr lang="en" sz="2450"/>
              <a:t> Flow</a:t>
            </a:r>
            <a:endParaRPr sz="245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450"/>
          </a:p>
        </p:txBody>
      </p:sp>
      <p:sp>
        <p:nvSpPr>
          <p:cNvPr id="601" name="Google Shape;601;p3"/>
          <p:cNvSpPr txBox="1"/>
          <p:nvPr/>
        </p:nvSpPr>
        <p:spPr>
          <a:xfrm>
            <a:off x="3498600" y="3304900"/>
            <a:ext cx="2701500" cy="1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Work Sans"/>
              <a:buChar char="●"/>
            </a:pPr>
            <a:r>
              <a:rPr lang="en" sz="125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Python 3.x </a:t>
            </a:r>
            <a:endParaRPr sz="125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Work Sans"/>
              <a:buChar char="●"/>
            </a:pPr>
            <a:r>
              <a:rPr lang="en" sz="125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pandas </a:t>
            </a:r>
            <a:endParaRPr sz="125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Work Sans"/>
              <a:buChar char="●"/>
            </a:pPr>
            <a:r>
              <a:rPr lang="en" sz="125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NumPy</a:t>
            </a:r>
            <a:endParaRPr sz="125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Work Sans"/>
              <a:buChar char="●"/>
            </a:pPr>
            <a:r>
              <a:rPr lang="en" sz="125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tldextract </a:t>
            </a:r>
            <a:endParaRPr sz="125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Work Sans"/>
              <a:buChar char="●"/>
            </a:pPr>
            <a:r>
              <a:rPr lang="en" sz="125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scikit-learn</a:t>
            </a:r>
            <a:endParaRPr sz="125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Work Sans"/>
              <a:buChar char="●"/>
            </a:pPr>
            <a:r>
              <a:rPr lang="en" sz="125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matplotlib </a:t>
            </a:r>
            <a:endParaRPr sz="125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Work Sans"/>
              <a:buChar char="●"/>
            </a:pPr>
            <a:r>
              <a:rPr lang="en" sz="125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Seaborn</a:t>
            </a:r>
            <a:endParaRPr sz="125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Work Sans"/>
              <a:buChar char="●"/>
            </a:pPr>
            <a:r>
              <a:rPr lang="en" sz="125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Gradio </a:t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02" name="Google Shape;602;p3"/>
          <p:cNvSpPr txBox="1"/>
          <p:nvPr/>
        </p:nvSpPr>
        <p:spPr>
          <a:xfrm>
            <a:off x="6502675" y="3016000"/>
            <a:ext cx="1889400" cy="2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System </a:t>
            </a:r>
            <a:r>
              <a:rPr b="1" lang="en">
                <a:solidFill>
                  <a:srgbClr val="FFFFFF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Flow</a:t>
            </a:r>
            <a:endParaRPr b="1">
              <a:solidFill>
                <a:srgbClr val="FFFFFF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03" name="Google Shape;603;p3"/>
          <p:cNvSpPr txBox="1"/>
          <p:nvPr/>
        </p:nvSpPr>
        <p:spPr>
          <a:xfrm>
            <a:off x="6200100" y="3304800"/>
            <a:ext cx="2586300" cy="1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●"/>
            </a:pPr>
            <a:r>
              <a:rPr lang="en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Input URL is collected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●"/>
            </a:pPr>
            <a:r>
              <a:rPr lang="en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Feature vectorization is applied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●"/>
            </a:pPr>
            <a:r>
              <a:rPr lang="en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Data is split into training and testing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●"/>
            </a:pPr>
            <a:r>
              <a:rPr lang="en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Model is trained using training data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●"/>
            </a:pPr>
            <a:r>
              <a:rPr lang="en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Detection module processes new input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Work Sans"/>
              <a:buChar char="●"/>
            </a:pPr>
            <a:r>
              <a:rPr lang="en" sz="1100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Final decision</a:t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sai-id=&quot;g307fcfe3893_0_93&quot;" id="608" name="Google Shape;608;p4"/>
          <p:cNvSpPr/>
          <p:nvPr/>
        </p:nvSpPr>
        <p:spPr>
          <a:xfrm>
            <a:off x="9144000" y="47625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descr="{{column.column_heading_1}}" id="609" name="Google Shape;609;p4"/>
          <p:cNvSpPr txBox="1"/>
          <p:nvPr>
            <p:ph idx="1" type="subTitle"/>
          </p:nvPr>
        </p:nvSpPr>
        <p:spPr>
          <a:xfrm>
            <a:off x="3975924" y="2376175"/>
            <a:ext cx="30501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rgbClr val="FFFFFF"/>
                </a:solidFill>
              </a:rPr>
              <a:t>Logistic Regression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descr="{{column.column_description_1}}" id="610" name="Google Shape;610;p4"/>
          <p:cNvSpPr txBox="1"/>
          <p:nvPr>
            <p:ph idx="2" type="body"/>
          </p:nvPr>
        </p:nvSpPr>
        <p:spPr>
          <a:xfrm>
            <a:off x="3961704" y="2823275"/>
            <a:ext cx="2406300" cy="18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50">
                <a:solidFill>
                  <a:srgbClr val="FFFFFF"/>
                </a:solidFill>
              </a:rPr>
              <a:t>A linear classification algorithm that models the probability of a URL being malicious based on extracted features. Provides interpretable results and fast predictions.</a:t>
            </a:r>
            <a:endParaRPr sz="1250">
              <a:solidFill>
                <a:srgbClr val="FFFFFF"/>
              </a:solidFill>
            </a:endParaRPr>
          </a:p>
        </p:txBody>
      </p:sp>
      <p:sp>
        <p:nvSpPr>
          <p:cNvPr descr="{{column.column_heading_2}}" id="611" name="Google Shape;611;p4"/>
          <p:cNvSpPr txBox="1"/>
          <p:nvPr>
            <p:ph idx="3" type="subTitle"/>
          </p:nvPr>
        </p:nvSpPr>
        <p:spPr>
          <a:xfrm>
            <a:off x="6813049" y="2376175"/>
            <a:ext cx="30501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rgbClr val="FFFFFF"/>
                </a:solidFill>
              </a:rPr>
              <a:t>Random Forest Classifier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descr="{{column.column_description_2}}" id="612" name="Google Shape;612;p4"/>
          <p:cNvSpPr txBox="1"/>
          <p:nvPr>
            <p:ph idx="4" type="body"/>
          </p:nvPr>
        </p:nvSpPr>
        <p:spPr>
          <a:xfrm>
            <a:off x="6834842" y="2799350"/>
            <a:ext cx="2406300" cy="18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1250">
                <a:solidFill>
                  <a:srgbClr val="FFFFFF"/>
                </a:solidFill>
              </a:rPr>
              <a:t>An ensemble method combining multiple decision trees to improve accuracy and robustness. Captures complex feature interactions and reduces overfitting risk.</a:t>
            </a:r>
            <a:endParaRPr sz="1250">
              <a:solidFill>
                <a:srgbClr val="FFFFFF"/>
              </a:solidFill>
            </a:endParaRPr>
          </a:p>
        </p:txBody>
      </p:sp>
      <p:pic>
        <p:nvPicPr>
          <p:cNvPr descr="{{column.image_1}}" id="613" name="Google Shape;613;p4"/>
          <p:cNvPicPr preferRelativeResize="0"/>
          <p:nvPr>
            <p:ph idx="5" type="pic"/>
          </p:nvPr>
        </p:nvPicPr>
        <p:blipFill rotWithShape="1">
          <a:blip r:embed="rId3">
            <a:alphaModFix/>
          </a:blip>
          <a:srcRect b="0" l="495" r="505" t="0"/>
          <a:stretch/>
        </p:blipFill>
        <p:spPr>
          <a:xfrm>
            <a:off x="1703229" y="931800"/>
            <a:ext cx="3050099" cy="127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{{column.image_2}}" id="614" name="Google Shape;614;p4"/>
          <p:cNvPicPr preferRelativeResize="0"/>
          <p:nvPr>
            <p:ph idx="6" type="pic"/>
          </p:nvPr>
        </p:nvPicPr>
        <p:blipFill rotWithShape="1">
          <a:blip r:embed="rId4">
            <a:alphaModFix/>
          </a:blip>
          <a:srcRect b="0" l="495" r="505" t="0"/>
          <a:stretch/>
        </p:blipFill>
        <p:spPr>
          <a:xfrm>
            <a:off x="5150372" y="931800"/>
            <a:ext cx="3050099" cy="12759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{{header.slide_title}}" id="615" name="Google Shape;615;p4"/>
          <p:cNvSpPr txBox="1"/>
          <p:nvPr>
            <p:ph type="ctrTitle"/>
          </p:nvPr>
        </p:nvSpPr>
        <p:spPr>
          <a:xfrm>
            <a:off x="1680850" y="216125"/>
            <a:ext cx="6519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450">
                <a:solidFill>
                  <a:srgbClr val="FFFFFF"/>
                </a:solidFill>
              </a:rPr>
              <a:t>Algorithm &amp; Development Overview</a:t>
            </a:r>
            <a:endParaRPr sz="2450">
              <a:solidFill>
                <a:srgbClr val="FFFFFF"/>
              </a:solidFill>
            </a:endParaRPr>
          </a:p>
        </p:txBody>
      </p:sp>
      <p:sp>
        <p:nvSpPr>
          <p:cNvPr id="616" name="Google Shape;616;p4"/>
          <p:cNvSpPr txBox="1"/>
          <p:nvPr/>
        </p:nvSpPr>
        <p:spPr>
          <a:xfrm>
            <a:off x="815775" y="2385150"/>
            <a:ext cx="2799000" cy="4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Model Performance Comparison</a:t>
            </a:r>
            <a:endParaRPr b="1" i="0" sz="1400" u="none" cap="none" strike="noStrike">
              <a:solidFill>
                <a:schemeClr val="lt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17" name="Google Shape;617;p4"/>
          <p:cNvSpPr txBox="1"/>
          <p:nvPr/>
        </p:nvSpPr>
        <p:spPr>
          <a:xfrm>
            <a:off x="887550" y="2803801"/>
            <a:ext cx="2224800" cy="19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Logistic Regression</a:t>
            </a: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— Training: </a:t>
            </a:r>
            <a:r>
              <a:rPr b="1" i="0" lang="en" sz="156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92.7%</a:t>
            </a: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| Test: </a:t>
            </a:r>
            <a:r>
              <a:rPr b="1" i="0" lang="en" sz="156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93.4%</a:t>
            </a:r>
            <a:endParaRPr b="1" i="0" sz="156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Random Forest</a:t>
            </a: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— Training: </a:t>
            </a:r>
            <a:r>
              <a:rPr b="1" i="0" lang="en" sz="156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99.1%</a:t>
            </a: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| Test: </a:t>
            </a:r>
            <a:r>
              <a:rPr b="1" i="0" lang="en" sz="156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96.0%</a:t>
            </a: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 | Alternative: </a:t>
            </a:r>
            <a:r>
              <a:rPr b="1" i="0" lang="en" sz="156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96.7%</a:t>
            </a:r>
            <a:endParaRPr b="0" i="0" sz="1100" u="none" cap="none" strike="noStrike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sai-id=&quot;g307fcfe3893_0_93&quot;" id="622" name="Google Shape;622;g3dd516054f6_0_1166"/>
          <p:cNvSpPr/>
          <p:nvPr/>
        </p:nvSpPr>
        <p:spPr>
          <a:xfrm>
            <a:off x="9144000" y="47625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descr="{{column.column_heading_1}}" id="623" name="Google Shape;623;g3dd516054f6_0_1166"/>
          <p:cNvSpPr txBox="1"/>
          <p:nvPr>
            <p:ph idx="1" type="subTitle"/>
          </p:nvPr>
        </p:nvSpPr>
        <p:spPr>
          <a:xfrm>
            <a:off x="1703215" y="2376175"/>
            <a:ext cx="30501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rgbClr val="FFFFFF"/>
                </a:solidFill>
              </a:rPr>
              <a:t>Performance </a:t>
            </a:r>
            <a:r>
              <a:rPr lang="en">
                <a:solidFill>
                  <a:srgbClr val="FFFFFF"/>
                </a:solidFill>
              </a:rPr>
              <a:t>Evaluation</a:t>
            </a:r>
            <a:endParaRPr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rgbClr val="FFFFFF"/>
                </a:solidFill>
              </a:rPr>
              <a:t> 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descr="{{column.column_description_1}}" id="624" name="Google Shape;624;g3dd516054f6_0_1166"/>
          <p:cNvSpPr txBox="1"/>
          <p:nvPr>
            <p:ph idx="2" type="body"/>
          </p:nvPr>
        </p:nvSpPr>
        <p:spPr>
          <a:xfrm>
            <a:off x="1703225" y="2905375"/>
            <a:ext cx="3050100" cy="20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3079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Char char="●"/>
            </a:pPr>
            <a:r>
              <a:rPr lang="en" sz="1250">
                <a:solidFill>
                  <a:srgbClr val="FFFFFF"/>
                </a:solidFill>
              </a:rPr>
              <a:t>Precision recall F1 metrics</a:t>
            </a:r>
            <a:endParaRPr sz="1250">
              <a:solidFill>
                <a:srgbClr val="FFFFFF"/>
              </a:solidFill>
            </a:endParaRPr>
          </a:p>
          <a:p>
            <a:pPr indent="-3079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Char char="●"/>
            </a:pPr>
            <a:r>
              <a:rPr lang="en" sz="1250">
                <a:solidFill>
                  <a:srgbClr val="FFFFFF"/>
                </a:solidFill>
              </a:rPr>
              <a:t>Class-wise model performance</a:t>
            </a:r>
            <a:endParaRPr sz="1250">
              <a:solidFill>
                <a:srgbClr val="FFFFFF"/>
              </a:solidFill>
            </a:endParaRPr>
          </a:p>
          <a:p>
            <a:pPr indent="-3079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Char char="●"/>
            </a:pPr>
            <a:r>
              <a:rPr lang="en" sz="1250">
                <a:solidFill>
                  <a:srgbClr val="FFFFFF"/>
                </a:solidFill>
              </a:rPr>
              <a:t>High overall accuracy (~91%)</a:t>
            </a:r>
            <a:endParaRPr sz="1250">
              <a:solidFill>
                <a:srgbClr val="FFFFFF"/>
              </a:solidFill>
            </a:endParaRPr>
          </a:p>
          <a:p>
            <a:pPr indent="-3079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Char char="●"/>
            </a:pPr>
            <a:r>
              <a:rPr lang="en" sz="1250">
                <a:solidFill>
                  <a:srgbClr val="FFFFFF"/>
                </a:solidFill>
              </a:rPr>
              <a:t>Balanced prediction quality</a:t>
            </a:r>
            <a:endParaRPr sz="125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50">
              <a:solidFill>
                <a:srgbClr val="FFFFFF"/>
              </a:solidFill>
            </a:endParaRPr>
          </a:p>
        </p:txBody>
      </p:sp>
      <p:sp>
        <p:nvSpPr>
          <p:cNvPr descr="{{column.column_heading_2}}" id="625" name="Google Shape;625;g3dd516054f6_0_1166"/>
          <p:cNvSpPr txBox="1"/>
          <p:nvPr>
            <p:ph idx="3" type="subTitle"/>
          </p:nvPr>
        </p:nvSpPr>
        <p:spPr>
          <a:xfrm>
            <a:off x="5150383" y="2376175"/>
            <a:ext cx="30501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rgbClr val="FFFFFF"/>
                </a:solidFill>
              </a:rPr>
              <a:t>Visualization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descr="{{column.column_description_2}}" id="626" name="Google Shape;626;g3dd516054f6_0_1166"/>
          <p:cNvSpPr txBox="1"/>
          <p:nvPr>
            <p:ph idx="4" type="body"/>
          </p:nvPr>
        </p:nvSpPr>
        <p:spPr>
          <a:xfrm>
            <a:off x="5186125" y="2905375"/>
            <a:ext cx="3014400" cy="20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3079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Char char="●"/>
            </a:pPr>
            <a:r>
              <a:rPr lang="en" sz="1250">
                <a:solidFill>
                  <a:srgbClr val="FFFFFF"/>
                </a:solidFill>
              </a:rPr>
              <a:t>Confusion matrix overview</a:t>
            </a:r>
            <a:endParaRPr sz="1250">
              <a:solidFill>
                <a:srgbClr val="FFFFFF"/>
              </a:solidFill>
            </a:endParaRPr>
          </a:p>
          <a:p>
            <a:pPr indent="-3079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Char char="●"/>
            </a:pPr>
            <a:r>
              <a:rPr lang="en" sz="1250">
                <a:solidFill>
                  <a:srgbClr val="FFFFFF"/>
                </a:solidFill>
              </a:rPr>
              <a:t>Correct vs incorrect predictions</a:t>
            </a:r>
            <a:endParaRPr sz="1250">
              <a:solidFill>
                <a:srgbClr val="FFFFFF"/>
              </a:solidFill>
            </a:endParaRPr>
          </a:p>
          <a:p>
            <a:pPr indent="-3079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Char char="●"/>
            </a:pPr>
            <a:r>
              <a:rPr lang="en" sz="1250">
                <a:solidFill>
                  <a:srgbClr val="FFFFFF"/>
                </a:solidFill>
              </a:rPr>
              <a:t>Diagonal shows accuracy</a:t>
            </a:r>
            <a:endParaRPr sz="1250">
              <a:solidFill>
                <a:srgbClr val="FFFFFF"/>
              </a:solidFill>
            </a:endParaRPr>
          </a:p>
          <a:p>
            <a:pPr indent="-307975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Char char="●"/>
            </a:pPr>
            <a:r>
              <a:rPr lang="en" sz="1250">
                <a:solidFill>
                  <a:srgbClr val="FFFFFF"/>
                </a:solidFill>
              </a:rPr>
              <a:t>Errors shown off-diagonal</a:t>
            </a:r>
            <a:endParaRPr sz="125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5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50">
              <a:solidFill>
                <a:srgbClr val="FFFFFF"/>
              </a:solidFill>
            </a:endParaRPr>
          </a:p>
        </p:txBody>
      </p:sp>
      <p:sp>
        <p:nvSpPr>
          <p:cNvPr descr="{{header.slide_title}}" id="627" name="Google Shape;627;g3dd516054f6_0_1166"/>
          <p:cNvSpPr txBox="1"/>
          <p:nvPr>
            <p:ph type="ctrTitle"/>
          </p:nvPr>
        </p:nvSpPr>
        <p:spPr>
          <a:xfrm>
            <a:off x="1680850" y="216125"/>
            <a:ext cx="6519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200">
                <a:solidFill>
                  <a:srgbClr val="FFFFFF"/>
                </a:solidFill>
              </a:rPr>
              <a:t>Model comparison - Confusion matrix</a:t>
            </a:r>
            <a:endParaRPr sz="2200">
              <a:solidFill>
                <a:srgbClr val="FFFFFF"/>
              </a:solidFill>
            </a:endParaRPr>
          </a:p>
        </p:txBody>
      </p:sp>
      <p:pic>
        <p:nvPicPr>
          <p:cNvPr id="628" name="Google Shape;628;g3dd516054f6_0_1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93525" y="656625"/>
            <a:ext cx="3106950" cy="1586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9" name="Google Shape;629;g3dd516054f6_0_11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09000" y="931800"/>
            <a:ext cx="3363000" cy="98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sai-id=&quot;g307fcfe3893_0_93&quot;" id="634" name="Google Shape;634;p5"/>
          <p:cNvSpPr/>
          <p:nvPr/>
        </p:nvSpPr>
        <p:spPr>
          <a:xfrm>
            <a:off x="9144000" y="47625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descr="{{column.column_heading_1}}" id="635" name="Google Shape;635;p5"/>
          <p:cNvSpPr txBox="1"/>
          <p:nvPr>
            <p:ph idx="1" type="subTitle"/>
          </p:nvPr>
        </p:nvSpPr>
        <p:spPr>
          <a:xfrm>
            <a:off x="1416165" y="2571738"/>
            <a:ext cx="30501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rgbClr val="FFFFFF"/>
                </a:solidFill>
              </a:rPr>
              <a:t>Data Preprocessing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descr="{{column.column_description_1}}" id="636" name="Google Shape;636;p5"/>
          <p:cNvSpPr txBox="1"/>
          <p:nvPr>
            <p:ph idx="2" type="body"/>
          </p:nvPr>
        </p:nvSpPr>
        <p:spPr>
          <a:xfrm>
            <a:off x="782190" y="2914750"/>
            <a:ext cx="3050100" cy="18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</a:pPr>
            <a:r>
              <a:rPr lang="en" sz="1200">
                <a:solidFill>
                  <a:srgbClr val="FFFFFF"/>
                </a:solidFill>
              </a:rPr>
              <a:t>Renamed dataset columns for consistency</a:t>
            </a:r>
            <a:endParaRPr sz="1200">
              <a:solidFill>
                <a:srgbClr val="FFFFF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</a:pPr>
            <a:r>
              <a:rPr lang="en" sz="1200">
                <a:solidFill>
                  <a:srgbClr val="FFFFFF"/>
                </a:solidFill>
              </a:rPr>
              <a:t>Converted labels into numeric format</a:t>
            </a:r>
            <a:endParaRPr sz="1200">
              <a:solidFill>
                <a:srgbClr val="FFFFF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</a:pPr>
            <a:r>
              <a:rPr lang="en" sz="1200">
                <a:solidFill>
                  <a:srgbClr val="FFFFFF"/>
                </a:solidFill>
              </a:rPr>
              <a:t>Removed missing/null values</a:t>
            </a:r>
            <a:endParaRPr sz="1200">
              <a:solidFill>
                <a:srgbClr val="FFFFFF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●"/>
            </a:pPr>
            <a:r>
              <a:rPr lang="en" sz="1200">
                <a:solidFill>
                  <a:srgbClr val="FFFFFF"/>
                </a:solidFill>
              </a:rPr>
              <a:t>Prepared data for feature extraction</a:t>
            </a:r>
            <a:endParaRPr sz="12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 sz="1200">
              <a:solidFill>
                <a:srgbClr val="FFFFFF"/>
              </a:solidFill>
            </a:endParaRPr>
          </a:p>
        </p:txBody>
      </p:sp>
      <p:sp>
        <p:nvSpPr>
          <p:cNvPr descr="{{column.column_heading_2}}" id="637" name="Google Shape;637;p5"/>
          <p:cNvSpPr txBox="1"/>
          <p:nvPr>
            <p:ph idx="3" type="subTitle"/>
          </p:nvPr>
        </p:nvSpPr>
        <p:spPr>
          <a:xfrm>
            <a:off x="3916039" y="2571750"/>
            <a:ext cx="30501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rgbClr val="FFFFFF"/>
                </a:solidFill>
              </a:rPr>
              <a:t>Feature Extraction from URLs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descr="{{column.column_description_2}}" id="638" name="Google Shape;638;p5"/>
          <p:cNvSpPr txBox="1"/>
          <p:nvPr>
            <p:ph idx="4" type="body"/>
          </p:nvPr>
        </p:nvSpPr>
        <p:spPr>
          <a:xfrm>
            <a:off x="3750858" y="2914750"/>
            <a:ext cx="3050100" cy="18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</a:rPr>
              <a:t>Extracted important characteristics from URLs such as:</a:t>
            </a:r>
            <a:endParaRPr sz="12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200">
                <a:solidFill>
                  <a:srgbClr val="FFFFFF"/>
                </a:solidFill>
              </a:rPr>
              <a:t>URL length</a:t>
            </a:r>
            <a:endParaRPr sz="12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200">
                <a:solidFill>
                  <a:srgbClr val="FFFFFF"/>
                </a:solidFill>
              </a:rPr>
              <a:t>Number of dots, hyphens, special symbols</a:t>
            </a:r>
            <a:endParaRPr sz="12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200">
                <a:solidFill>
                  <a:srgbClr val="FFFFFF"/>
                </a:solidFill>
              </a:rPr>
              <a:t>Presence of IP address</a:t>
            </a:r>
            <a:endParaRPr sz="12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200">
                <a:solidFill>
                  <a:srgbClr val="FFFFFF"/>
                </a:solidFill>
              </a:rPr>
              <a:t>HTTP/HTTPS usage</a:t>
            </a:r>
            <a:endParaRPr sz="1200">
              <a:solidFill>
                <a:srgbClr val="FFFFFF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200">
                <a:solidFill>
                  <a:srgbClr val="FFFFFF"/>
                </a:solidFill>
              </a:rPr>
              <a:t>Domain, subdomain, and TLD length</a:t>
            </a:r>
            <a:endParaRPr sz="12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</a:rPr>
              <a:t>These features help identify suspicious patterns</a:t>
            </a:r>
            <a:endParaRPr sz="12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>
              <a:solidFill>
                <a:srgbClr val="FFFFFF"/>
              </a:solidFill>
            </a:endParaRPr>
          </a:p>
        </p:txBody>
      </p:sp>
      <p:pic>
        <p:nvPicPr>
          <p:cNvPr id="639" name="Google Shape;639;p5"/>
          <p:cNvPicPr preferRelativeResize="0"/>
          <p:nvPr>
            <p:ph idx="5" type="pic"/>
          </p:nvPr>
        </p:nvPicPr>
        <p:blipFill rotWithShape="1">
          <a:blip r:embed="rId3">
            <a:alphaModFix/>
          </a:blip>
          <a:srcRect b="29082" l="0" r="0" t="29086"/>
          <a:stretch/>
        </p:blipFill>
        <p:spPr>
          <a:xfrm>
            <a:off x="1703229" y="931800"/>
            <a:ext cx="3050099" cy="12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5"/>
          <p:cNvPicPr preferRelativeResize="0"/>
          <p:nvPr>
            <p:ph idx="6" type="pic"/>
          </p:nvPr>
        </p:nvPicPr>
        <p:blipFill rotWithShape="1">
          <a:blip r:embed="rId4">
            <a:alphaModFix/>
          </a:blip>
          <a:srcRect b="29082" l="0" r="0" t="29086"/>
          <a:stretch/>
        </p:blipFill>
        <p:spPr>
          <a:xfrm>
            <a:off x="5150372" y="931800"/>
            <a:ext cx="3050099" cy="12759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{{header.slide_title}}" id="641" name="Google Shape;641;p5"/>
          <p:cNvSpPr txBox="1"/>
          <p:nvPr>
            <p:ph type="ctrTitle"/>
          </p:nvPr>
        </p:nvSpPr>
        <p:spPr>
          <a:xfrm>
            <a:off x="1680850" y="216125"/>
            <a:ext cx="6519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450">
                <a:solidFill>
                  <a:srgbClr val="FFFFFF"/>
                </a:solidFill>
              </a:rPr>
              <a:t>Data Preparation Pipeline</a:t>
            </a:r>
            <a:endParaRPr sz="2450">
              <a:solidFill>
                <a:srgbClr val="FFFFFF"/>
              </a:solidFill>
            </a:endParaRPr>
          </a:p>
        </p:txBody>
      </p:sp>
      <p:sp>
        <p:nvSpPr>
          <p:cNvPr id="642" name="Google Shape;642;p5"/>
          <p:cNvSpPr txBox="1"/>
          <p:nvPr/>
        </p:nvSpPr>
        <p:spPr>
          <a:xfrm>
            <a:off x="7358783" y="2597101"/>
            <a:ext cx="2236800" cy="47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Data Splitting</a:t>
            </a:r>
            <a:endParaRPr b="0" i="0" sz="1100" u="none" cap="none" strike="noStrike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43" name="Google Shape;643;p5"/>
          <p:cNvSpPr txBox="1"/>
          <p:nvPr/>
        </p:nvSpPr>
        <p:spPr>
          <a:xfrm>
            <a:off x="7071725" y="3031075"/>
            <a:ext cx="18864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9F9F9"/>
                </a:solidFill>
                <a:latin typeface="Arial"/>
                <a:ea typeface="Arial"/>
                <a:cs typeface="Arial"/>
                <a:sym typeface="Arial"/>
              </a:rPr>
              <a:t>Dataset divided into:</a:t>
            </a:r>
            <a:endParaRPr b="0" i="0" sz="1100" u="none" cap="none" strike="noStrike">
              <a:solidFill>
                <a:srgbClr val="F9F9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9F9F9"/>
              </a:buClr>
              <a:buSzPts val="1100"/>
              <a:buFont typeface="Arial"/>
              <a:buChar char="●"/>
            </a:pPr>
            <a:r>
              <a:rPr b="1" i="0" lang="en" sz="1100" u="none" cap="none" strike="noStrike">
                <a:solidFill>
                  <a:srgbClr val="F9F9F9"/>
                </a:solidFill>
                <a:latin typeface="Arial"/>
                <a:ea typeface="Arial"/>
                <a:cs typeface="Arial"/>
                <a:sym typeface="Arial"/>
              </a:rPr>
              <a:t>Training Set (75%)</a:t>
            </a:r>
            <a:endParaRPr b="1" i="0" sz="1100" u="none" cap="none" strike="noStrike">
              <a:solidFill>
                <a:srgbClr val="F9F9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ts val="1100"/>
              <a:buFont typeface="Arial"/>
              <a:buChar char="●"/>
            </a:pPr>
            <a:r>
              <a:rPr b="1" i="0" lang="en" sz="1100" u="none" cap="none" strike="noStrike">
                <a:solidFill>
                  <a:srgbClr val="F9F9F9"/>
                </a:solidFill>
                <a:latin typeface="Arial"/>
                <a:ea typeface="Arial"/>
                <a:cs typeface="Arial"/>
                <a:sym typeface="Arial"/>
              </a:rPr>
              <a:t>Testing Set (25%)</a:t>
            </a:r>
            <a:endParaRPr b="1" i="0" sz="1100" u="none" cap="none" strike="noStrike">
              <a:solidFill>
                <a:srgbClr val="F9F9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rgbClr val="F9F9F9"/>
                </a:solidFill>
                <a:latin typeface="Arial"/>
                <a:ea typeface="Arial"/>
                <a:cs typeface="Arial"/>
                <a:sym typeface="Arial"/>
              </a:rPr>
              <a:t>Stratified sampling used to maintain class balance</a:t>
            </a:r>
            <a:endParaRPr b="0" i="0" sz="1100" u="none" cap="none" strike="noStrike">
              <a:solidFill>
                <a:srgbClr val="F9F9F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9F9F9"/>
              </a:buClr>
              <a:buSzPts val="1100"/>
              <a:buFont typeface="Arial"/>
              <a:buChar char="●"/>
            </a:pPr>
            <a:r>
              <a:rPr b="0" i="0" lang="en" sz="1100" u="none" cap="none" strike="noStrike">
                <a:solidFill>
                  <a:srgbClr val="F9F9F9"/>
                </a:solidFill>
                <a:latin typeface="Arial"/>
                <a:ea typeface="Arial"/>
                <a:cs typeface="Arial"/>
                <a:sym typeface="Arial"/>
              </a:rPr>
              <a:t>Ensures fair model evaluation</a:t>
            </a:r>
            <a:endParaRPr b="0" i="0" sz="1100" u="none" cap="none" strike="noStrike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sai-id=&quot;g307fcfe3893_0_93&quot;" id="648" name="Google Shape;648;g3da5c08b90e_0_1219"/>
          <p:cNvSpPr/>
          <p:nvPr/>
        </p:nvSpPr>
        <p:spPr>
          <a:xfrm>
            <a:off x="9144000" y="47625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descr="{{column.column_heading_2}}" id="649" name="Google Shape;649;g3da5c08b90e_0_1219"/>
          <p:cNvSpPr txBox="1"/>
          <p:nvPr>
            <p:ph idx="3" type="subTitle"/>
          </p:nvPr>
        </p:nvSpPr>
        <p:spPr>
          <a:xfrm>
            <a:off x="856156" y="2385550"/>
            <a:ext cx="3050100" cy="5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>
                <a:solidFill>
                  <a:srgbClr val="FFFFFF"/>
                </a:solidFill>
              </a:rPr>
              <a:t>Model Selection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descr="{{column.column_description_2}}" id="650" name="Google Shape;650;g3da5c08b90e_0_1219"/>
          <p:cNvSpPr txBox="1"/>
          <p:nvPr>
            <p:ph idx="4" type="body"/>
          </p:nvPr>
        </p:nvSpPr>
        <p:spPr>
          <a:xfrm>
            <a:off x="832233" y="2854942"/>
            <a:ext cx="3050100" cy="18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Logistic Regression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Simple and fast baseline model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Arial"/>
                <a:ea typeface="Arial"/>
                <a:cs typeface="Arial"/>
                <a:sym typeface="Arial"/>
              </a:rPr>
              <a:t>Random Forest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Ensemble model with multiple decision trees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Provides higher accuracy and robustness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200"/>
          </a:p>
        </p:txBody>
      </p:sp>
      <p:pic>
        <p:nvPicPr>
          <p:cNvPr id="651" name="Google Shape;651;g3da5c08b90e_0_1219"/>
          <p:cNvPicPr preferRelativeResize="0"/>
          <p:nvPr>
            <p:ph idx="5" type="pic"/>
          </p:nvPr>
        </p:nvPicPr>
        <p:blipFill rotWithShape="1">
          <a:blip r:embed="rId3">
            <a:alphaModFix/>
          </a:blip>
          <a:srcRect b="29082" l="0" r="0" t="29086"/>
          <a:stretch/>
        </p:blipFill>
        <p:spPr>
          <a:xfrm>
            <a:off x="1703229" y="931800"/>
            <a:ext cx="3050099" cy="127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g3da5c08b90e_0_1219"/>
          <p:cNvPicPr preferRelativeResize="0"/>
          <p:nvPr>
            <p:ph idx="6" type="pic"/>
          </p:nvPr>
        </p:nvPicPr>
        <p:blipFill rotWithShape="1">
          <a:blip r:embed="rId4">
            <a:alphaModFix/>
          </a:blip>
          <a:srcRect b="29082" l="0" r="0" t="29086"/>
          <a:stretch/>
        </p:blipFill>
        <p:spPr>
          <a:xfrm>
            <a:off x="5150372" y="931800"/>
            <a:ext cx="3050099" cy="1275900"/>
          </a:xfrm>
          <a:prstGeom prst="rect">
            <a:avLst/>
          </a:prstGeom>
          <a:noFill/>
          <a:ln>
            <a:noFill/>
          </a:ln>
        </p:spPr>
      </p:pic>
      <p:sp>
        <p:nvSpPr>
          <p:cNvPr descr="{{header.slide_title}}" id="653" name="Google Shape;653;g3da5c08b90e_0_1219"/>
          <p:cNvSpPr txBox="1"/>
          <p:nvPr>
            <p:ph type="ctrTitle"/>
          </p:nvPr>
        </p:nvSpPr>
        <p:spPr>
          <a:xfrm>
            <a:off x="1680869" y="216125"/>
            <a:ext cx="6519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450">
                <a:solidFill>
                  <a:srgbClr val="FFFFFF"/>
                </a:solidFill>
              </a:rPr>
              <a:t>Building &amp; Evaluating the Model</a:t>
            </a:r>
            <a:endParaRPr sz="2450">
              <a:solidFill>
                <a:srgbClr val="FFFFFF"/>
              </a:solidFill>
            </a:endParaRPr>
          </a:p>
        </p:txBody>
      </p:sp>
      <p:sp>
        <p:nvSpPr>
          <p:cNvPr id="654" name="Google Shape;654;g3da5c08b90e_0_1219"/>
          <p:cNvSpPr txBox="1"/>
          <p:nvPr/>
        </p:nvSpPr>
        <p:spPr>
          <a:xfrm>
            <a:off x="3882325" y="2404865"/>
            <a:ext cx="23445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Model Training</a:t>
            </a:r>
            <a:endParaRPr b="1" i="0" sz="13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55" name="Google Shape;655;g3da5c08b90e_0_1219"/>
          <p:cNvSpPr txBox="1"/>
          <p:nvPr/>
        </p:nvSpPr>
        <p:spPr>
          <a:xfrm>
            <a:off x="6688969" y="2362350"/>
            <a:ext cx="32535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chemeClr val="lt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Performance Evaluation</a:t>
            </a:r>
            <a:endParaRPr b="1" i="0" sz="1400" u="none" cap="none" strike="noStrike">
              <a:solidFill>
                <a:schemeClr val="lt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56" name="Google Shape;656;g3da5c08b90e_0_1219"/>
          <p:cNvSpPr txBox="1"/>
          <p:nvPr/>
        </p:nvSpPr>
        <p:spPr>
          <a:xfrm>
            <a:off x="3746385" y="2791850"/>
            <a:ext cx="2337000" cy="20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Work Sans"/>
              <a:buChar char="●"/>
            </a:pPr>
            <a:r>
              <a:rPr b="0" i="0" lang="en" sz="13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Models trained using extracted features</a:t>
            </a:r>
            <a:endParaRPr b="0" i="0" sz="13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Work Sans"/>
              <a:buChar char="●"/>
            </a:pPr>
            <a:r>
              <a:rPr b="0" i="0" lang="en" sz="13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Learned patterns between phishing and legitimate URLs</a:t>
            </a:r>
            <a:endParaRPr b="0" i="0" sz="13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Work Sans"/>
              <a:buChar char="●"/>
            </a:pPr>
            <a:r>
              <a:rPr b="0" i="0" lang="en" sz="13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Random Forest showed better performance</a:t>
            </a:r>
            <a:endParaRPr b="0" i="0" sz="13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657" name="Google Shape;657;g3da5c08b90e_0_1219"/>
          <p:cNvSpPr txBox="1"/>
          <p:nvPr/>
        </p:nvSpPr>
        <p:spPr>
          <a:xfrm>
            <a:off x="6665025" y="2755970"/>
            <a:ext cx="2344500" cy="19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Evaluated using: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Accuracy Score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Classification Report (Precision, Recall, F1-score)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Confusion Matrix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" sz="1200" u="none" cap="none" strike="noStrike">
                <a:solidFill>
                  <a:schemeClr val="lt1"/>
                </a:solidFill>
                <a:latin typeface="Work Sans"/>
                <a:ea typeface="Work Sans"/>
                <a:cs typeface="Work Sans"/>
                <a:sym typeface="Work Sans"/>
              </a:rPr>
              <a:t>Helps measure prediction quality</a:t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Work Sans"/>
              <a:ea typeface="Work Sans"/>
              <a:cs typeface="Work Sans"/>
              <a:sym typeface="Work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2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sai-id=&quot;g307fcfe3893_0_93&quot;" id="662" name="Google Shape;662;p6"/>
          <p:cNvSpPr/>
          <p:nvPr/>
        </p:nvSpPr>
        <p:spPr>
          <a:xfrm>
            <a:off x="9144000" y="47625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descr="{{header.slide_title}}" id="663" name="Google Shape;663;p6"/>
          <p:cNvSpPr txBox="1"/>
          <p:nvPr>
            <p:ph type="ctrTitle"/>
          </p:nvPr>
        </p:nvSpPr>
        <p:spPr>
          <a:xfrm>
            <a:off x="1680850" y="216125"/>
            <a:ext cx="6519600" cy="5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 sz="2200">
                <a:solidFill>
                  <a:srgbClr val="FFFFFF"/>
                </a:solidFill>
              </a:rPr>
              <a:t>Team Contribution</a:t>
            </a:r>
            <a:endParaRPr sz="2200">
              <a:solidFill>
                <a:srgbClr val="FFFFFF"/>
              </a:solidFill>
            </a:endParaRPr>
          </a:p>
        </p:txBody>
      </p:sp>
      <p:graphicFrame>
        <p:nvGraphicFramePr>
          <p:cNvPr id="664" name="Google Shape;664;p6"/>
          <p:cNvGraphicFramePr/>
          <p:nvPr/>
        </p:nvGraphicFramePr>
        <p:xfrm>
          <a:off x="1380226" y="763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{57BF8056-AC5C-46DA-A78D-D4B3B3A3A795}</a:tableStyleId>
              </a:tblPr>
              <a:tblGrid>
                <a:gridCol w="517575"/>
                <a:gridCol w="2279100"/>
                <a:gridCol w="4466700"/>
              </a:tblGrid>
              <a:tr h="38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34343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S.N</a:t>
                      </a:r>
                      <a:endParaRPr sz="1400" u="none" cap="none" strike="noStrike">
                        <a:solidFill>
                          <a:srgbClr val="434343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34343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Name</a:t>
                      </a:r>
                      <a:endParaRPr sz="1400" u="none" cap="none" strike="noStrike">
                        <a:solidFill>
                          <a:srgbClr val="434343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34343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Contribution</a:t>
                      </a:r>
                      <a:endParaRPr sz="1400" u="none" cap="none" strike="noStrike">
                        <a:solidFill>
                          <a:srgbClr val="434343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>
                    <a:solidFill>
                      <a:srgbClr val="999999"/>
                    </a:solidFill>
                  </a:tcPr>
                </a:tc>
              </a:tr>
              <a:tr h="10026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34343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1</a:t>
                      </a:r>
                      <a:endParaRPr sz="1400" u="none" cap="none" strike="noStrike">
                        <a:solidFill>
                          <a:srgbClr val="434343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>
                    <a:solidFill>
                      <a:srgbClr val="B1DE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34343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Swati Sisodia</a:t>
                      </a:r>
                      <a:endParaRPr sz="1400" u="none" cap="none" strike="noStrike">
                        <a:solidFill>
                          <a:srgbClr val="434343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>
                    <a:solidFill>
                      <a:srgbClr val="B1DE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34343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Python library </a:t>
                      </a:r>
                      <a:endParaRPr sz="1400" u="none" cap="none" strike="noStrike">
                        <a:solidFill>
                          <a:srgbClr val="434343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34343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Dataset &amp; Problem Understanding</a:t>
                      </a:r>
                      <a:endParaRPr sz="1400" u="none" cap="none" strike="noStrike">
                        <a:solidFill>
                          <a:srgbClr val="434343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34343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Visualizations:</a:t>
                      </a:r>
                      <a:endParaRPr sz="1400" u="none" cap="none" strike="noStrike">
                        <a:solidFill>
                          <a:srgbClr val="434343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34343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Confusion Matrix</a:t>
                      </a:r>
                      <a:endParaRPr sz="1400" u="none" cap="none" strike="noStrike">
                        <a:solidFill>
                          <a:srgbClr val="434343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>
                    <a:solidFill>
                      <a:srgbClr val="B1DEFC"/>
                    </a:solidFill>
                  </a:tcPr>
                </a:tc>
              </a:tr>
              <a:tr h="7961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34343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2</a:t>
                      </a:r>
                      <a:endParaRPr sz="1400" u="none" cap="none" strike="noStrike">
                        <a:solidFill>
                          <a:srgbClr val="434343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>
                    <a:solidFill>
                      <a:srgbClr val="B1DE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34343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Ashis Ancy</a:t>
                      </a:r>
                      <a:endParaRPr sz="1400" u="none" cap="none" strike="noStrike">
                        <a:solidFill>
                          <a:srgbClr val="434343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>
                    <a:solidFill>
                      <a:srgbClr val="B1DE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34343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URL Feature Extraction Techniques</a:t>
                      </a:r>
                      <a:endParaRPr sz="1400" u="none" cap="none" strike="noStrike">
                        <a:solidFill>
                          <a:srgbClr val="434343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34343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Suspicious Pattern Identification</a:t>
                      </a:r>
                      <a:endParaRPr sz="1400" u="none" cap="none" strike="noStrike">
                        <a:solidFill>
                          <a:srgbClr val="434343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34343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Domain &amp; Structural Feature Analysis</a:t>
                      </a:r>
                      <a:endParaRPr sz="1400" u="none" cap="none" strike="noStrike">
                        <a:solidFill>
                          <a:srgbClr val="434343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>
                    <a:solidFill>
                      <a:srgbClr val="B1DEFC"/>
                    </a:solidFill>
                  </a:tcPr>
                </a:tc>
              </a:tr>
              <a:tr h="796175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34343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3</a:t>
                      </a:r>
                      <a:endParaRPr sz="1400" u="none" cap="none" strike="noStrike">
                        <a:solidFill>
                          <a:srgbClr val="434343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>
                    <a:solidFill>
                      <a:srgbClr val="B1DE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34343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Asif Salim</a:t>
                      </a:r>
                      <a:endParaRPr sz="1400" u="none" cap="none" strike="noStrike">
                        <a:solidFill>
                          <a:srgbClr val="434343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>
                    <a:solidFill>
                      <a:srgbClr val="B1DE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34343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Model Selection Strategy</a:t>
                      </a:r>
                      <a:endParaRPr sz="1400" u="none" cap="none" strike="noStrike">
                        <a:solidFill>
                          <a:srgbClr val="434343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34343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Training using Logistic Regression</a:t>
                      </a:r>
                      <a:endParaRPr sz="1400" u="none" cap="none" strike="noStrike">
                        <a:solidFill>
                          <a:srgbClr val="434343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34343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Training using Random Forest</a:t>
                      </a:r>
                      <a:endParaRPr sz="1400" u="none" cap="none" strike="noStrike">
                        <a:solidFill>
                          <a:srgbClr val="434343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>
                    <a:solidFill>
                      <a:srgbClr val="B1DEFC"/>
                    </a:solidFill>
                  </a:tcPr>
                </a:tc>
              </a:tr>
              <a:tr h="10026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34343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4</a:t>
                      </a:r>
                      <a:endParaRPr sz="1400" u="none" cap="none" strike="noStrike">
                        <a:solidFill>
                          <a:srgbClr val="434343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>
                    <a:solidFill>
                      <a:srgbClr val="B1DE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34343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Sohel Maharjan</a:t>
                      </a:r>
                      <a:endParaRPr sz="1400" u="none" cap="none" strike="noStrike">
                        <a:solidFill>
                          <a:srgbClr val="434343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>
                    <a:solidFill>
                      <a:srgbClr val="B1DE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34343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Architecture </a:t>
                      </a:r>
                      <a:r>
                        <a:rPr lang="en">
                          <a:solidFill>
                            <a:srgbClr val="434343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Diagram</a:t>
                      </a:r>
                      <a:endParaRPr sz="1400" u="none" cap="none" strike="noStrike">
                        <a:solidFill>
                          <a:srgbClr val="434343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34343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Model Comparison &amp; Optimization</a:t>
                      </a:r>
                      <a:endParaRPr sz="1400" u="none" cap="none" strike="noStrike">
                        <a:solidFill>
                          <a:srgbClr val="434343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34343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Development lifecycle (Frontend/Backend)  </a:t>
                      </a:r>
                      <a:endParaRPr sz="1400" u="none" cap="none" strike="noStrike">
                        <a:solidFill>
                          <a:srgbClr val="434343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  <a:p>
                      <a:pPr indent="0" lvl="0" marL="0" marR="0" rt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solidFill>
                            <a:srgbClr val="434343"/>
                          </a:solidFill>
                          <a:latin typeface="Work Sans"/>
                          <a:ea typeface="Work Sans"/>
                          <a:cs typeface="Work Sans"/>
                          <a:sym typeface="Work Sans"/>
                        </a:rPr>
                        <a:t>UI Development using Gradio</a:t>
                      </a:r>
                      <a:endParaRPr sz="1400" u="none" cap="none" strike="noStrike">
                        <a:solidFill>
                          <a:srgbClr val="434343"/>
                        </a:solidFill>
                        <a:latin typeface="Work Sans"/>
                        <a:ea typeface="Work Sans"/>
                        <a:cs typeface="Work Sans"/>
                        <a:sym typeface="Work Sans"/>
                      </a:endParaRPr>
                    </a:p>
                  </a:txBody>
                  <a:tcPr marT="91425" marB="91425" marR="91425" marL="91425">
                    <a:solidFill>
                      <a:srgbClr val="B1DE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slidesai-id=&quot;g3b7a54749a7_0_21&quot;" id="669" name="Google Shape;669;p7"/>
          <p:cNvSpPr/>
          <p:nvPr/>
        </p:nvSpPr>
        <p:spPr>
          <a:xfrm>
            <a:off x="9144000" y="4762500"/>
            <a:ext cx="12600" cy="1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descr="{{main.statement}}" id="670" name="Google Shape;670;p7"/>
          <p:cNvSpPr txBox="1"/>
          <p:nvPr>
            <p:ph idx="2" type="subTitle"/>
          </p:nvPr>
        </p:nvSpPr>
        <p:spPr>
          <a:xfrm>
            <a:off x="1349675" y="787500"/>
            <a:ext cx="7434300" cy="356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lang="en" sz="3000">
                <a:solidFill>
                  <a:srgbClr val="FFFFFF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Conclusion: Advancing Phishing Detection — </a:t>
            </a:r>
            <a:r>
              <a:rPr lang="en" sz="3000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Intelligent automation transforms cybersecurity defense—protecting users from evolving threats while maintaining seamless digital experiences.</a:t>
            </a:r>
            <a:endParaRPr/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3000">
              <a:solidFill>
                <a:srgbClr val="FFFFFF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ue Horizon">
  <a:themeElements>
    <a:clrScheme name="Simple Light">
      <a:dk1>
        <a:srgbClr val="000000"/>
      </a:dk1>
      <a:lt1>
        <a:srgbClr val="FFFFFF"/>
      </a:lt1>
      <a:dk2>
        <a:srgbClr val="004266"/>
      </a:dk2>
      <a:lt2>
        <a:srgbClr val="F0F9FF"/>
      </a:lt2>
      <a:accent1>
        <a:srgbClr val="007FCC"/>
      </a:accent1>
      <a:accent2>
        <a:srgbClr val="888888"/>
      </a:accent2>
      <a:accent3>
        <a:srgbClr val="E7E7E7"/>
      </a:accent3>
      <a:accent4>
        <a:srgbClr val="E0F2FE"/>
      </a:accent4>
      <a:accent5>
        <a:srgbClr val="0163A3"/>
      </a:accent5>
      <a:accent6>
        <a:srgbClr val="B9E3FE"/>
      </a:accent6>
      <a:hlink>
        <a:srgbClr val="FF99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